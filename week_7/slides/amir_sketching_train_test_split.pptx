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6"/>
    <p:restoredTop sz="94632"/>
  </p:normalViewPr>
  <p:slideViewPr>
    <p:cSldViewPr snapToGrid="0">
      <p:cViewPr varScale="1">
        <p:scale>
          <a:sx n="132" d="100"/>
          <a:sy n="132" d="100"/>
        </p:scale>
        <p:origin x="11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24575,'10'0'0,"-1"0"0,1 0 0,-1 0 0,1 0 0,-1 0 0,1 0 0,-1 0 0,15 0 0,-11 0 0,11 0 0,-14 0 0,3 0 0,2 0 0,4 0 0,0 4 0,10-3 0,24 3 0,33 6 0,-29-9 0,1 0-518,-3 9 1,2 0 517,8-8 0,1-1 0,1 3 0,1 1-1385,2 2 0,1-2 1385,7-4 0,0 1 0,-2 11 0,5 0 0,-3-10 0,6-4 0,-4 2 0,11 6 0,0 0 0,-6-2 0,5 0 0,-6-2 0,-2-1 0,-3 0 0,12 5 0,1-1 0,-1-5 0,0-2 0,0 1 0,1 0 0,-1 0 0,0 0 0,0 0 0,1 0 0,-25 0 0,1 0 0,0 0 0,26 0 0,0 0 0,-26 0 0,0 0 0,-1 0 0,15 0 0,-3 0-583,1 0 0,-3 0 583,-10 0 0,1 0 0,21 0 0,-3 0 0,-33 0 0,-2 0 0,25 0 0,-8 0 0,-21 0 0,37 0 0,-37 0 825,16 0-825,-22 0 2713,1 0-2713,0 0 1433,0 0-1433,0 0 0,-10-4 0,-7 3 0,-12-3 0,-3 4 0,-1 0 0,1 0 0,-5 8 0,-1 13 0,-4 73 0,6-36 0,2 4-559,-1 26 1,3 6 558,-1-25 0,2 1 0,0-5-849,1-2 1,-1-1 848,4 31 0,0 2 0,-3-24 0,0-2-1089,2 13 1,1 3 1088,0-12 0,2 2 0,-2-4 0,0 3 0,1-2 0,7 20 0,-2-7-146,-6-1 146,2-3 0,0 0 0,1 13 0,-2-29 0,-1 3 0,-8-3 0,-1-5 0,10 14 885,-9 0-885,4-15 0,3-11 0,-5-1 0,2 16 0,-5-21 1558,-6 0-1558,4-10 0,-3 46 0,4 6 410,1-19 1,0 3-411,-5-10 0,1-1 0,10 10 0,0-4 151,-9 0-151,9 18 0,-2-28 0,-8 35 0,8-15-361,-5-21 1,0 1 360,-3 36 0,14-16 0,-14 0 0,16 8 0,-15-39 814,7 11 1,2-1-815,-5-16 0,13 45 27,-13-54-27,7 23 0,-13-21 0,8-7 787,-8 7-787,3-10 0,0-4 0,-3 11 0,3-13 0,-4 13 0,0 20 0,0-19 0,0 23 0,0 0 0,0-23 0,0 19 0,0-33 0,0-3 0,0-1 0,0 1 0,0-1 0,-8 1 0,1-5 0,-6 4 0,3-8 0,-4 7 0,-11-7 0,-28 13 0,6-11 0,-12 2 0,-7-1-205,5-3 1,2-2 204,5 1 0,-2 0-975,-38 0 1,3 0 974,-4 0-886,10 0 1,-16 0 0,6 0 885,4 0 0,-1 0 0,21 0 0,-7 0 0,-2 0 0,2 0 0,-22 0 0,0 0 0,3 0 0,12 1 0,2-1 0,1-1 0,-2-1 0,1-2 0,5 1 0,-11 1 0,5 1 0,3-3 0,1-2-709,-4 0 0,1 0 709,2 5 0,5-1-233,19-4 1,5 0 232,-37 6 0,31 0 0,-23 0 0,23 0 0,0 0 1460,-2 0-1460,7 0 2583,16 4-2583,-13-3 1779,31 4-1779,0-5 1075,-1 0-1075,1 4 0,4-3 0,-13 3 0,11 0 0,-12-3 0,-1 4 0,-22 4 0,15-6 0,-24 7 0,40-10 0,-9 0 0,11 4 0,-10-3 0,-24 3 0,6-4 0,-37 0 0,-4 0 0,25 0 0,9 0 0,6 0 0,21 0 0,-22 0 0,-4 0 0,-10 0 0,8 0 0,0 0 0,-13 0 0,5 0 0,31 0 0,3 0 0,10 0 0,4 0 0,6-4 0,4-1 0,5-5 0,0 0 0,4 1 0,4-15 0,-3 6 0,2-21 0,6-55 0,-9-6-2061,2 16 0,1-9 2061,-5 26 0,-2-1 0,-2 0 0,-4-30 0,-2 3-890,5 13 0,-3 2 890,-7-5 0,-3 3 0,5 22 0,-1 0 0,-2-19 0,-1-4 0,0-7 0,0 3 0,2 27 0,1 0 0,-3-29 0,0 6 0,-5 4 0,6-3 0,0-3 0,3 36 0,0-1 0,-4-39 0,0 1 0,4 37 0,0 2-143,-2-24 0,-1 0 143,-7-21 0,6 0 0,-2 21 0,4-8 0,-4 18 0,3-16 0,-6-2 0,17 54 0,-13-23 0,-2-2 0,12 20 0,-22-39 3602,17 21-3602,0 23 2185,-10-54-2185,14 54 401,-3-19-401,10 28 0,-9-28 0,6 19 0,-7-23 0,10-21 0,0 29 0,0-31 0,0 43 0,0-59 0,0 52 0,0-52 0,-12 18 0,9 39 0,-9-39 0,12 51 0,0 6 0,0-4 0,0-28 0,0 23 0,0-26 0,0 24 0,0 3 0,0-7 0,0 10 0,0 4 0,0-3 0,0 3 0,0-4 0,4 4 0,-3-7 0,4 10 0,-5-10 0,0 11 0,0-3 0,4 0 0,-3 4 0,3-4 0,-4 0 0,0 3 0,0 2 0,0 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1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24575,'0'3'0,"0"-1"0,0 68 0,0-11 0,0 15 0,10 6 0,-3-57 0,13 58 0,-3-23 0,1 9 0,0-4 0,-10-35 0,8 31 0,-10-37 0,10 28 0,-3-26 0,-6-9 0,5 3 0,-11-8 0,8-5 0,-4-1 0,5-4 0,-1 0 0,1 0 0,-1 0 0,1-8 0,-1 2 0,1-8 0,15-31 0,-16-9 0,10-14 0,-9-16 0,-7-4 0,7 25 0,-10-8 0,-7 41 0,6 13 0,-10-11 0,6 17 0,0-3 0,0 5 0,5 12 0,0 3 0,5 13 0,-4 0 0,9 10 0,-4-7 0,21 38 0,2-2 0,0-1 0,-4-11 0,-20-28 0,3-7 0,-7 3 0,8-9 0,-8 3 0,7-7 0,-7 8 0,8-8 0,-4 3 0,5-4 0,-1 0 0,1 0 0,-1 0 0,1 0 0,-5-4 0,3 3 0,-2-8 0,-1 4 0,5-19 0,-4 11 0,1-11 0,2 14 0,-8 0 0,3 1 0,0-5 0,-3 3 0,4-3 0,-1-4 0,-3 7 0,3-7 0,-4 8 0,-6-14 0,4 11 0,-8-16 0,0 15 0,0-1 0,-9-3 0,9 7 0,0-3 0,2 9 0,2-4 0,-3 4 0,-1 0 0,5-4 0,-4 4 0,4-1 0,-5-2 0,1 2 0,-1 1 0,5 1 0,1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2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24575,'10'0'0,"-1"0"0,1 0 0,-1 0 0,1 0 0,-1 0 0,1 0 0,-1 0 0,1 0 0,-1 0 0,5 0 0,-4 0 0,4-5 0,10-2 0,-11 1 0,11-4 0,-10 5 0,-4-5 0,0 0 0,-6 1 0,-8-1 0,-2 1 0,-3-1 0,-1 0 0,1 1 0,-1 3 0,-4-2 0,3 7 0,-7-4 0,3 1 0,1 3 0,0-3 0,4 4 0,5 4 0,0 6 0,5 0 0,0 4 0,9 0 0,-1 11 0,6-4 0,-2 4 0,-3-7 0,1-3 0,-1 4 0,1-4 0,-1-2 0,1-3 0,-5-1 0,4-3 0,-8 2 0,7-7 0,-3 3 0,5-4 0,-1 0 0,1 0 0,-1 0 0,1 0 0,-1 0 0,1 0 0,-1 0 0,1 0 0,-1 0 0,1 0 0,-1 0 0,1 0 0,-1 0 0,1 0 0,-5 0 0,-1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4.1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 39 13300,'0'-9'0,"0"-1"4525,0 0-4525,-5 5 1958,-4 1-1958,-2 4 1081,-3 0-1081,4 0 3711,5 4-3711,1 1 0,0 1 0,3 2 0,-4-3 0,5 5 0,0-1 0,0 1 0,0-1 0,0 5 0,0-3 0,0 2 0,0-3 0,0-1 0,4 1 0,-2-1 0,6-3 0,-7 2 0,8-3 0,-4 1 0,0 2 0,8-3 0,-7 5 0,8-1 0,-5-3 0,1-2 0,-5 0 0,4-3 0,-8-15 0,3 5 0,-4-15 0,0 14 0,4 5 0,-3-4 0,8 8 0,-8-7 0,7 2 0,-3 1 0,5 1 0,-1 8 0,1-3 0,-5 7 0,4-2 0,-4 3 0,4 1 0,5 4 0,-3-4 0,2 4 0,-3-5 0,-1-3 0,-3-2 0,-2-4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4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24575,'0'29'0,"0"24"0,10 15 0,-8 21 0,8-1 0,-10-20 0,0-15 0,6-14 0,-4-17 0,8 7 0,-9-10 0,4 0 0,-1-4 0,-3-2 0,3-7 0,-4-2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5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24575,'37'0'0,"-17"0"0,22 0 0,-13 7 0,-7-6 0,3 5 0,-7-6 0,-7 0 0,2 0 0,-3 0 0,-5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6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24575,'0'14'0,"6"19"0,8 42 0,-5-24 0,9 30 0,-4-8 0,-5-20 0,3-2 0,-2 2 0,-8 15 0,12-10 0,-12-8 0,2-21 0,-4-12 0,4 11 0,-3-13 0,3 4 0,-4-4 0,0-1 0,0-5 0,5 1 0,-4-1 0,3 1 0,-4-1 0,4-4 0,-3-5 0,23-40 0,-19 7 0,19-20 0,-23-7 0,13 2 0,-7 0 0,4 8 0,-7 35 0,0 1 0,1 13 0,1 2 0,4 23 0,4 4 0,-1-1 0,1 1 0,3-3 0,-8 7 0,9 0 0,-7-3 0,1 0 0,-6-12 0,0 7 0,-2-14 0,-3-1 0,8-3 0,-8-2 0,3-4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7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24575,'9'0'0,"1"0"0,-1 0 0,1 0 0,-1 0 0,1 0 0,0 0 0,-1-4 0,1 3 0,-5-8 0,3 8 0,2-7 0,-4 2 0,7-8 0,-12 4 0,3-4 0,-4 4 0,0 1 0,0-1 0,0 1 0,0-1 0,-4 5 0,3-4 0,-8 8 0,4-3 0,-5 4 0,1 4 0,3 1 0,2 9 0,4-4 0,0 8 0,0-3 0,0 4 0,4 0 0,3 10 0,3-7 0,2 7 0,-3-10 0,9 10 0,-6-7 0,5 7 0,-7-10 0,-1 0 0,1-4 0,-1-1 0,1-5 0,-1 1 0,1-5 0,-1 3 0,1-7 0,-1 4 0,5-1 0,-3-3 0,7 3 0,-4-4 0,1 0 0,3 4 0,-7-3 0,2 4 0,-7-5 0,-2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47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 19034,'5'-4'0,"0"43"2552,-5-30-2552,6 55 0,2 15 0,-4-10 22,3-10 0,0 2-22,0-7 0,-2-6 0,-2-6 309,8 10 1,0 1-310,-8-6 1490,7 15-1490,-10-30 0,4-7 0,-3-11 752,3-5-752,-4-8 84,0-16-84,0-34 0,0 12 0,0-17 0,0 34 0,6-14 0,0 12 0,5-3 0,-1 7 0,4 8 0,-4-8 0,4 7 0,-5-3 0,1 9 0,-1 1 0,-3-1 0,-2 4 0,-4-3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51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1 430 24575,'9'0'0,"1"0"0,-1 5 0,1-4 0,4 3 0,-4-4 0,4 0 0,-5 0 0,5 0 0,1 0 0,4 0 0,10 0 0,24 0 0,15 0 0,-13-6 0,-1 0 0,9 3 0,17-9 0,2 0 0,-9 9-247,-9-7 0,0 1 247,20 8 0,-16-5 0,-11 1 0,-7 6 0,2-3 0,32-14 0,-18 9 0,4-1-765,-2-6 0,-1 1 765,-9 5 0,-1 1 0,11-6 0,-6 1 0,1 9 0,18-15 0,-59 17 0,17-6 457,-17 7-457,7 0 0,-14 0 1567,-2 0-1567,-3 0 0,4 0 0,0 0 0,5 0 0,-4 0 0,13 0 0,-6 0 0,8 0 0,3 0 0,-15 0 0,10 0 0,-18 0 0,8 0 0,-7 0 0,3 0 0,-5 0 0,1 0 0,-13-4 0,-4 3 0,-22-9 0,-3 2 0,0 0 0,3-3 0,10 6 0,-31-20 0,23 7 0,-19-12 0,24 1 0,10 11 0,-1-10 0,4 17 0,8-3 0,-3 5 0,8 4 0,1 0 0,19 11 0,2 4 0,36 18 0,-16-8 0,6 3 0,0-1 0,-10-5 0,39 14 0,-59-21 0,17 3 0,-22-7 0,7 5 0,-14-10 0,-1 3 0,1 0 0,-1-3 0,-3 8 0,-13 15 0,-8 4 0,-3 4 0,1-4 0,3-13 0,3 4 0,-3-4 0,5-2 0,-1-3 0,0 3 0,1-2 0,4 3 0,-4-5 0,4 1 0,-1-5 0,2-1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5:56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 1835 24575,'0'-14'0,"0"3"0,-4-7 0,3 8 0,-3-8 0,0 7 0,3-7 0,-4 7 0,5-7 0,0 7 0,0-2 0,0-1 0,0-11 0,0 3 0,0-7 0,0 0 0,0 7 0,4-16 0,-2 17 0,2-3 0,0 6 0,-3 8 0,3-8 0,0 3 0,-2-4 0,2 0 0,0-1 0,1 1 0,1-10 0,2 7 0,-3-7 0,5 10 0,-1 0 0,1 0 0,-1 0 0,1 0 0,-1-1 0,1 1 0,-1 4 0,-3-3 0,2 4 0,-3-1 0,5-3 0,-1 3 0,1-4 0,-1-1 0,1 1 0,4 0 0,-4 0 0,8 0 0,-7 0 0,7 0 0,-8 0 0,8 0 0,-3-1 0,4 1 0,0 0 0,-4 0 0,3 0 0,7-4 0,0-7 0,15 0 0,7-21 0,9 1 0,-1 1 0,-12 8 0,-4 14 0,-7 3 0,0 0 0,-3 5 0,0-3 0,-7 6 0,7-3 0,0-3 0,-8 10 0,19-14 0,-19 15 0,19-15 0,-9 12 0,11-6 0,0 0 0,21 1 0,5-6 0,21 2 0,-1 1 0,-20 4 0,16 6 0,-16-4 0,0 14 0,15-8 0,-15 10 0,0 0 0,16 0 0,-37 0 0,15 6 0,-20-5 0,21 15 0,-16-1 0,37 8 0,-37 4 0,16-8 0,-22 2 0,1-1 0,0 1 0,0 7 0,21 7 0,-16-5 0,16 5 0,-22-7 0,12 17 0,22 11 0,-32-13 0,3 1 0,9-2 0,-1 1 0,-9 0 0,0 0 0,8-3 0,-2 0 0,10 38 0,-20-41 0,1 2-487,-9 8 1,-3 1 486,28 33 0,-19-28 0,0 0 0,19 28 0,-2-6-485,-11-23 485,-17-10 0,-8-10 0,1-3 0,-8 0 0,1-7 0,0 17 0,-3-7 949,17 31-949,-7 5 509,1-1-509,-2 17 0,-12-37 0,4 16 0,-6-21 0,-6 20 0,-10 6 0,9-15 0,0 4-825,-10 0 0,0 1 825,3 10 0,1-1 0,-5-8 0,-1-3 0,0 0 0,1-2 0,-10 34 0,3-20 0,-12 16 0,8-37 0,-7 16 0,4-21 0,-20 29 0,12-22 825,6-3 0,-3 1-825,-16 11 0,8 7 0,-24-1 0,35-30 0,-12 7 0,21-22 0,-21 21 0,5-12 0,-37 29 0,15-8 0,-7-5 0,11-5 0,11-13 0,-20-7 0,14 9 0,-35 4 0,15 5 0,-21 8 0,0-11 0,0 8 0,0-7 0,0-1 0,21-5 0,-15 2 0,15-20 0,-21 18 0,21-20 0,-16 2 0,37-4 0,-4-8 0,-3 2 0,-19 8 0,0-7 0,-5-1 0,18 4 0,0 0 0,-19-5 0,1 0 0,19 0 0,3 0 0,-32-7 0,35 6 0,5-10 0,24 10 0,-9-3 0,15 0 0,7 3 0,-3-8 0,4 8 0,1-7 0,-1 7 0,1-8 0,-1-1 0,-4 0 0,-1-8 0,-14-1 0,-14-22 0,-12-9 0,12 14 0,0-1 0,-17-14 0,-2 3 0,37 25 0,7 4 0,8 4 0,-4 1 0,4 0 0,-25-22 0,19 12 0,-23-16 0,28 21 0,-2-1 0,3 1 0,-8-10 0,7 7 0,-27-59 0,23 49 0,-16-49 0,21 60 0,-4-19 0,-4 8 0,3-10 0,-9-21 0,3 16 0,-2-36 0,-5 35 0,9-14 0,-1 20 0,12 0 0,-2 10 0,4 3 0,1 9 0,-4 1 0,8-10 0,-3 7 0,0-7 0,3 10 0,-8 0 0,8-10 0,-3 7 0,4-7 0,0-1 0,0 9 0,0-9 0,0 1 0,0 7 0,0-7 0,0 0 0,0 7 0,0-17 0,0 17 0,0-7 0,0 0 0,0 7 0,0-7 0,0-1 0,0 9 0,4-9 0,-3 11 0,10-10 0,-10 7 0,11-17 0,-6 17 0,8-17 0,-9 7 0,6 0 0,-10-7 0,7 17 0,-7-7 0,4 10 0,-5 4 0,0 1 0,4 4 0,-3 1 0,3 3 0,-4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6.4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11 24575,'-10'0'0,"1"-5"0,-1 4 0,1-3 0,-1 4 0,0 0 0,1 0 0,-1 0 0,1 0 0,-1 0 0,5 4 0,-4-3 0,8 8 0,-7-8 0,6 7 0,-6-2 0,3-1 0,-5 7 0,5-5 0,-4 7 0,8-5 0,-8-4 0,8 4 0,-3 0 0,4 2 0,0 3 0,0-1 0,0-2 0,0 7 0,0-8 0,4 4 0,-3-4 0,8-1 0,-4 1 0,9 3 0,-4-2 0,8 3 0,-3-1 0,4-2 0,0 7 0,0-8 0,0 4 0,0-4 0,-4-1 0,-1-4 0,-5 4 0,1-8 0,-5 7 0,3-7 0,-6 8 0,6-8 0,-7 7 0,7-2 0,-6 3 0,6 1 0,-7-1 0,7 1 0,-6-1 0,6 1 0,-7-1 0,3 1 0,0-5 0,-2 3 0,2-2 0,-4 3 0,0 1 0,-5-1 0,0 5 0,-4-3 0,-1 6 0,0-2 0,-4 0 0,0 3 0,-1-7 0,-3 2 0,3-7 0,-15-2 0,9 0 0,-39-3 0,37 3 0,-22-4 0,35 0 0,5 0 0,1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7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24523,'0'-9'0,"0"22"0,0-4 0,0 45 0,0 15 0,0 4 0,0-15 0,0 0 26,10 22-26,-7-57 9,6 37-9,-9-39 4,0 19-4,5-23 13,-4 11-13,3-17 0,-4 7 0,0-8 0,0 18 0,4-10 0,-3 11 0,3-10 0,-4-4 0,0-2 0,0-3 0,0 3 0,5-2 0,-4 7 0,3-3 0,0 0 0,-3 2 0,3-6 0,1 7 0,-4-7 0,3 2 0,-4-7 0,0-2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8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77 82 14133,'0'-9'0,"0"-1"4300,4 5-4300,-3-4 1809,3 4-1809,1-5 989,-4 1-989,7-1 3344,-7 0-3344,8 5 0,-8 5 0,-1 10 0,-6 0 0,-5 18 0,1-15 0,-2 11 0,2-10 0,-1 11 0,5-8 0,-4 11 0,4-13 0,1 0 0,-4-1 0,8-5 0,-3 1 0,0-5 0,3 3 0,-4-2 0,10-1 0,0-1 0,9-4 0,-4 0 0,18 0 0,0 6 0,-1-4 0,32 14 0,-26-14 0,20 12 0,-28-12 0,-12 6 0,-3-7 0,-1 7 0,1-2 0,-1-1 0,-3 4 0,2-8 0,-7 7 0,8-7 0,-8 8 0,7-8 0,-7 7 0,8-7 0,-4 8 0,0-4 0,4 0 0,-8-1 0,3-4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2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813 617 24575,'0'-9'0,"0"-1"0,4 0 0,16-39 0,5-9 0,-6 20 0,6-21 0,-1 5 0,-10 35 0,-4 4 0,48-30 0,-38 23 0,38-21 0,-12 14 0,-19 11 0,23-8 0,-31 12 0,0 4 0,31-5 0,-23 4 0,23 0 0,-31 3 0,0 7 0,0-8 0,0 8 0,10-9 0,-8 8 0,19-4 0,-19 6 0,8 0 0,1-6 0,1 4 0,1-4 0,7 6 0,17 0 0,3 0 0,4 0 0,-4 0 0,-3 0 0,-17 0 0,-17 0 0,17 6 0,-17-5 0,17 12 0,-7-5 0,10 5 0,0 1 0,0 0 0,-1 0 0,1-6 0,0 4 0,-10-6 0,7 7 0,-17-3 0,17-2 0,-17 4 0,17-3 0,-17 5 0,17-1 0,-7 5 0,10 4 0,-1 0 0,1 4 0,0-4 0,0 6 0,0-7 0,-10 2 0,7-3 0,-17 0 0,7 3 0,-10-4 0,21 21 0,-20-15 0,23 25 0,-27-29 0,11 19 0,-3-8 0,21 20 0,-6 14 0,8-8 0,-4 25 0,-2 6 0,-16-33 0,0 3-958,2 7 1,0 3 957,2 9 0,-1 1 0,1 0 0,0 4 0,-8-18 0,0 4 0,0 0 0,0 0 0,0 1 0,0-1-925,1 1 0,0 0 1,-2-1 924,4 24 0,0-4 0,-2-8 0,-2-5-344,-7-18 1,-1-2 343,0 1 0,0-4 0,6 15 0,-6-15 0,-6-14 1558,-6-7-1558,0-1 2928,-4-2-2928,-2-10 890,-3 0-890,-5 0 0,-41 40 0,5-9 0,13-15 0,0-2 0,-16 12 0,-10-9 0,16-13 0,-2-1 0,-7 2-988,-21 4 0,-2 2 988,14-3 0,-1 1 0,2-3 0,-4 2 0,7-4 0,13-5 0,2 0-210,-19 8 1,0-2 209,-29 2 0,28-1 0,1 1 0,-29-1 0,5 8 0,6-22-779,18 0 1,-1-1 778,14-8 0,0 0 0,-15 5 0,3 0-364,-20-7 364,16 0 0,-21-10 0,35 4 0,-1-2 0,-2-3 0,-1-3 271,-9-5 0,-2-1-271,1 5 0,1 0 0,8-9 0,3 1 299,-33-1-299,36-1 1603,-7 8-1603,33 6 418,-23-5-418,35 11 1349,1-4-1349,0 4 105,4-9-105,-8 4 0,-25-60 0,21 42 0,-24-43 0,20 21-584,-8-2 1,-3-2 583,-6-16 0,-6-12 0,-3-6-1381,11 18 1,2 3 1380,5 4 0,-1 0 0,-4-3 0,1 1-356,16 10 1,2 5 355,-8 3 0,1-26 0,1 2 0,7 39 0,-6-29 0,1 0 0,9 29 0,-14-35 0,13 18 0,10 30 0,-4-30 957,0 3-957,7 20 0,-2-24 0,1-2 2802,4 9-2802,0-30 880,0 34-880,0 7 0,6-27 0,2-8-1326,-4-16 1326,4 20 0,4-5 0,11-17 0,2 3 0,2-7 0,1 14 0,-1-1 0,-6-8 0,-12 16 0,10-6 0,1-3 0,-7-7-42,3 23 1,-1 7 41,-5 25 0,-4 10 0,3 4 0,1 1 0,-1 5 1320,1 3-1320,-1 2 89,-4 0-89,4 3 0,-4-4 0,5 5 0,-1 0 0,1 0 0,-1 0 0,1 0 0,-5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28.0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33 24575,'-37'-6'0,"17"5"0,-17-10 0,27 10 0,-4-3 0,8 0 0,-2 3 0,3-4 0,-5 5 0,0 0 0,1 0 0,-1 0 0,0 0 0,1 0 0,-1 0 0,5 4 0,1 2 0,16 18 0,2 7 0,1-2 0,-1 3 0,-9-21 0,7 17 0,-2-11 0,3 23 0,-3-23 0,2 7 0,-7-15 0,8 1 0,-7-1 0,12 1 0,-7-1 0,2-3 0,-3 2 0,-1-7 0,5 8 0,1-8 0,0 7 0,13-7 0,-15 8 0,11-8 0,-15 3 0,1-4 0,3 4 0,-2 1 0,3 1 0,-5 2 0,1-3 0,-1 5 0,-3-1 0,2 1 0,-7-1 0,3 5 0,-4-3 0,0 2 0,0 1 0,0-3 0,0 2 0,0-3 0,0-1 0,0 1 0,0-1 0,-4 1 0,3 4 0,-12-4 0,7 4 0,-8-5 0,0 1 0,-1-1 0,-14-3 0,7 2 0,-17-7 0,17 3 0,-17-4 0,17 0 0,-7 0 0,10 0 0,4 0 0,-3 0 0,7 0 0,1 0 0,6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29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24575,'5'19'0,"15"31"0,-4-13 0,11 26 0,-7-21 0,-1 21 0,3-10 0,1 1 0,-2 14 0,5-4 0,-1-8 0,-16-33 0,17 36 0,-21-46 0,3 11 0,0-15 0,-7 1 0,3-1 0,1-3 0,-4 2 0,3-3 0,-4 5 0,4-5 0,-3 4 0,3-4 0,1 0 0,-4 4 0,7-4 0,-3 4 0,1 1 0,2-5 0,-7 4 0,8 0 0,-4 2 0,0 2 0,4-7 0,-13-2 0,3-13 0,-14-32 0,-1-17 0,3 4 0,7 5 0,2-3 0,4-27 0,0 22 0,0-1 0,0 1 0,0 4 0,0-15 0,0 15 0,0 28 0,4 7 0,-2 8 0,2-4 0,-4 0 0,0 3 0,0-7 0,0 8 0,0-4 0,0 4 0,0 1 0,0-1 0,-5 0 0,4 1 0,-3 3 0,4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30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1 170 24575,'9'-5'0,"1"5"0,-1 9 0,11 46 0,-3 4 0,6 18 0,-12-29 0,2-10 0,-7-20 0,1 11 0,1-10 0,-3-4 0,1-2 0,-2-3 0,0-5 0,-3 4 0,3-4 0,-8 0 0,-1-5 0,-25-32 0,7 1 0,-11-23 0,20 22 0,1-7 0,12 21 0,-6-10 0,1 3 0,5 3 0,-6-7 0,7 10 0,0 0 0,0 4 0,0 1 0,0 4 0,0 1 0,0-1 0,5 5 0,-4-4 0,3 4 0,0 0 0,-3-4 0,3 4 0,-4-5 0,0 1 0,0-1 0,5 5 0,0 0 0,4 10 0,1 0 0,-1 4 0,-3 1 0,2-5 0,-3 4 0,5-8 0,-1 3 0,1-4 0,-1-4 0,1-6 0,-1-5 0,1 0 0,-1-3 0,1 7 0,-1-2 0,1 3 0,-1-4 0,1 8 0,-5-7 0,4 8 0,0-1 0,2 2 0,7 4 0,-8 4 0,4 2 0,4 12 0,-2-3 0,3 4 0,-1-1 0,-12-7 0,7 3 0,-8-5 0,4 5 0,1 1 0,-1-1 0,3 15 0,-6-16 0,6 25 0,2-11 0,1 15 0,4-14 0,-8 0 0,-6-18 0,4 0 0,-4-6 0,0 0 0,4-3 0,-4 4 0,0-5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0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416 0 24575,'-9'9'0,"-1"-3"0,-12 31 0,-6 13 0,-6 6 0,7-4 0,1-13 0,-6 35 0,1-22 0,-8 32 0,-13-13 0,26-36 0,-16 23 0,33-48 0,4 4 0,-4 0 0,8-4 0,-8 4 0,8-9 0,-3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1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24575,'14'0'0,"0"0"0,-4 0 0,-1 4 0,1 1 0,-1 5 0,1-1 0,-1 1 0,1 4 0,-1-4 0,1 8 0,-1-3 0,-4 0 0,8 3 0,-11-8 0,11 4 0,-8-5 0,0 1 0,4-1 0,-4 1 0,5-1 0,-5 1 0,3-5 0,-2 4 0,3-4 0,1 4 0,-1 1 0,1 4 0,-1-4 0,-4 4 0,4-9 0,-8 4 0,7-8 0,-7 7 0,8-3 0,-4 5 0,5-1 0,-1 1 0,1-1 0,-5 1 0,3-1 0,-2-3 0,3 6 0,1-5 0,-1 2 0,1 0 0,-1-4 0,1 5 0,-1-1 0,1 1 0,4 3 0,-4-6 0,0 5 0,-2-11 0,-3 12 0,5-11 0,-1 11 0,-3-8 0,2 0 0,-3 4 0,1-4 0,2 0 0,-7 4 0,8-8 0,-8 7 0,7-2 0,-3 3 0,9 1 0,-3-1 0,2 1 0,-3-1 0,-1 1 0,-3-1 0,2-4 0,-3 4 0,1-8 0,-2 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2.8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249 10 24575,'-4'-6'0,"-1"2"0,-5 4 0,0 0 0,-3 0 0,2 4 0,-3 2 0,0 3 0,3 5 0,-2-4 0,3 4 0,0-4 0,1-1 0,-1 5 0,1-4 0,-9 19 0,10-16 0,-8 11 0,10-15 0,1 1 0,-4-1 0,8 1 0,-7-1 0,7 1 0,-8-1 0,4 5 0,0-4 0,0 4 0,5-4 0,0-1 0,0 1 0,0-1 0,0 5 0,5 5 0,-4-3 0,7 2 0,-7-9 0,8 5 0,-4-4 0,4 4 0,1-4 0,-1-1 0,5 1 0,-3 3 0,7-2 0,-8 3 0,8-5 0,-7-4 0,2 4 0,-3-4 0,-1 0 0,1 4 0,-1-8 0,1 7 0,-1-6 0,5 2 0,-3 0 0,7-3 0,-8 3 0,8-4 0,-7 0 0,2 4 0,-3-2 0,-1 2 0,1-4 0,-1 0 0,1 0 0,-1 0 0,1-5 0,-5 0 0,-1-9 0,-4-1 0,0-14 0,-6-3 0,-1-10 0,-6 15 0,2-1 0,6 13 0,-4 0 0,4 5 0,-1 2 0,-2 2 0,2 1 0,-3 1 0,-1-1 0,1 4 0,-1-3 0,-4 4 0,-1 0 0,-4-4 0,4 3 0,1-4 0,5 5 0,-5 0 0,3 0 0,-2 0 0,3 0 0,0 0 0,9 0 0,6 0 0,6 0 0,7 0 0,-7 0 0,2 0 0,-3 0 0,-1 0 0,1 0 0,-1 0 0,1 0 0,-1 0 0,1 0 0,-1 0 0,1 0 0,-1 0 0,5 0 0,-3 0 0,2 0 0,-3 0 0,-5 0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3.6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24575,'6'13'0,"-2"-4"0,2 31 0,-4-9 0,10 11 0,-6-10 0,7 16 0,-1-14 0,-4 2 0,2-8 0,-5-14 0,1 1 0,-2-1 0,0-9 0,-3 8 0,3-7 0,1 8 0,-4-5 0,3 1 0,0-5 0,-3 4 0,3-4 0,1 4 0,0 9 0,0-2 0,4 3 0,-8-5 0,7 0 0,-7-4 0,8 4 0,-8-4 0,3-1 0,-4-4 0,0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05.0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24575,'10'0'0,"4"0"0,-4 0 0,4 0 0,0 5 0,-4-4 0,39 13 0,-31-8 0,31 9 0,-38-9 0,7 2 0,-3-3 0,14 13 0,-8-11 0,4 10 0,-11-12 0,-4 1 0,-5 2 0,8-3 0,-7 1 0,3 2 0,0-3 0,-8 5 0,3 4 0,-4-4 0,0 8 0,0-7 0,0 7 0,-4-4 0,-2 1 0,1-1 0,-3-9 0,7 4 0,-4-4 0,5 4 0,-4 1 0,3-1 0,-3 1 0,8-5 0,1 4 0,0-4 0,4 4 0,0-3 0,2 6 0,7-5 0,7 15 0,7-9 0,9 13 0,-9-8 0,7 3 0,-7 1 0,0-4 0,7 3 0,-17-3 0,7-5 0,-10 5 0,-4-8 0,-1 4 0,-5-5 0,1 1 0,-5-1 0,-1 1 0,-4-1 0,0 1 0,-4-1 0,3 5 0,-8-3 0,4 7 0,-5-8 0,1 8 0,-1-7 0,-4 7 0,-1-8 0,0 4 0,-3 0 0,3-8 0,-14 9 0,-3-8 0,-10 1 0,0-2 0,-20-6 0,14 0 0,-4 0 0,22 0 0,11 0 0,4 0 0,2 0 0,3 0 0,0 0 0,5 0 0,1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35.3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514 0 24575,'-9'9'0,"-1"1"0,1 9 0,-9 11 0,6-9 0,-1 4 0,-4 3 0,10-10 0,-15 11 0,-9 42 0,4-29 0,-13 41 0,19-41 0,2-14 0,6 10 0,1-11 0,-5 5 0,3 7 0,0-17 0,0 17 0,4-21 0,-2 10 0,-1-13 0,6-1 0,-6 4 0,-2 16 0,7-15 0,-11 13 0,11-8 0,3-11 0,-6 11 0,6-14 0,-1-1 0,-2 1 0,3 4 0,-5-8 0,0 7 0,5-8 0,1 0 0,4-1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36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24575,'20'49'0,"4"5"0,7 18 0,-5-19 0,-7-14 0,1-7 0,4 0 0,10 28 0,28 6 0,-18 5 0,16-10-1300,-10 8 1300,16-12 0,-16 5 0,2 0 0,-11-28 0,-1-2 0,-5 10 0,-3-5 0,-3-14 0,-14-8 0,3 3 0,-4-8 0,1 4 0,3-5 1300,-7 1-1300,3-5 0,-9 4 0,3-8 0,-7 7 0,4-7 0,-5 3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09:06:39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24575,'0'14'0,"12"11"0,4 6 0,19 32 0,2 5-929,-6-20 0,-1 2 929,8 41 0,0-37 0,-1-2 0,-5 18 0,5-18 0,1-3 448,-10 0-448,28 17 0,-41-36 0,5-11 0,-12-6 0,-3 1 1410,5-3-1410,-1 2 0,1 1 0,-1-3 0,-3 2 0,2 1 0,2 1 0,0 4 0,4 0 0,-5-4 0,1-2 0,-1 1 0,1-3 0,-1 7 0,1-4 0,-1 1 0,1 3 0,-1-7 0,1 7 0,-1-8 0,3 18 0,-2-15 0,1 16 0,-1-15 0,7 16 0,-5-9 0,6 4 0,-5-7 0,6 7 0,-3-4 0,10 19 0,-15-19 0,15 19 0,-14-19 0,5 4 0,-7-11 0,-1 0 0,5 0 0,-8 1 0,7-1 0,1 10 0,-3-7 0,11 12 0,-11-10 0,7 0 0,-4 0 0,26 28 0,4 4-586,-5-2 586,3 4 0,4 5 0,-10-12 0,-2-1-1112,-3-3 0,0-1 1112,2 3 0,1 1 0,3 5 0,-1-2-445,14 21 445,-1 0 0,-10-18 0,-4-4 0,-18-18 0,24 30 0,-6-19 0,-19-16 0,44 38 507,-44-38-507,23 16 2232,-20-11-2232,-3-7 516,33 47-516,-31-40 0,23 29 0,-16-8 0,-7-23 0,22 46 0,3 3 0,-15-36 0,6 17 0,-1 3 0,-8-15 0,-8-22 0,14 30 0,-17-37 0,0 3 0,4 9 0,-7-15 0,7 15 0,-4-17 0,-4 7 0,4-8 0,-4 8 0,7 7 0,-5-7 0,5 10 0,-7-18 0,0 8 0,3-7 0,-2 7 0,3-4 0,-5 1 0,1 3 0,3-3 0,-2 0 0,-2-1 0,0-5 0,-8 1 0,7-5 0,-11-1 0,2-4 0,-13 0 0,-5-13 0,-5-9 0,-12-35 0,13 10 0,-5-16 0,20 21 0,2 0 0,6 11 0,0 6 0,0 7 0,0-8 0,0 9 0,0-11 0,0 13 0,0 0 0,0 1 0,4 5 0,-3-1 0,4 0 0,-5 1 0,0-1 0,0 1 0,0-1 0,0 0 0,0 1 0,-5-1 0,4 1 0,-7 3 0,-2-7 0,-1 7 0,-2-8 0,3 0 0,0 4 0,-3-8 0,6 7 0,-6-3 0,12 5 0,-7-1 0,7 0 0,-4 1 0,5 8 0,0 6 0,0 5 0,5 8 0,0-3 0,6 14 0,-1-7 0,4 17 0,-4-17 0,9 17 0,-7-17 0,6 7 0,-7 0 0,1 3 0,4-1 0,-1 9 0,-1-19 0,-7 4 0,2-11 0,-4 0 0,4-4 0,1 8 0,-5-7 0,4 3 0,-8-1 0,7-6 0,-7 5 0,3-2 0,1 0 0,-4 4 0,7-4 0,-3-1 0,1 1 0,2-5 0,-7 3 0,-5-7 0,-7 4 0,-39-5 0,27 0 0,-36 0 0,32 0 0,-34-7 0,25 2 0,-12-3 0,33 4 0,1 0 0,0 3 0,-1-4 0,0 5 0,-7-4 0,10 3 0,-6-3 0,8 4 0,1 0 0,-1 0 0,1-5 0,-1 4 0,0-3 0,1 4 0,-1 0 0,5-4 0,-4 3 0,4-3 0,-5 4 0,1 0 0,-1 0 0,1 0 0,-5 0 0,3 0 0,-3 0 0,5 0 0,3-5 0,-2 4 0,-2-3 0,0 4 0,-4 0 0,4 0 0,-4-4 0,4 3 0,-4-4 0,4 5 0,1 0 0,3 0 0,2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20:26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03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4045 24575,'9'0'0,"1"0"0,-1 0 0,1 0 0,-1 0 0,1 0 0,-1 0 0,1 0 0,-1 0 0,1-5 0,-1 4 0,5-7 0,-3 2 0,7-3 0,6-3 0,-2-2 0,7 1 0,-10 0 0,10 1 0,-7-2 0,7 1 0,42-33 0,-29 21 0,31-19 0,-43 26 0,40-23 0,-42 23 0,50-32 0,-65 38 0,24-14 0,-24 14 0,11-5 0,-11 7 0,-2 0 0,3-4 0,3-11 0,-5 4 0,10-8 0,-8 9 0,1 1 0,3 0 0,-5-10 0,5 7 0,-3-17 0,43-23 0,-34 13 0,34-12 0,-45 31 0,5 11 0,-8 0 0,12-10 0,-10 7 0,14-17 0,-10 17 0,4-17 0,3 7 0,-2-10 0,7 0 0,20-40 0,-15 30 0,-6 1 0,1 0 0,1 4 0,14-37 0,-16 16 0,8 0 0,-13-16 0,6 37 0,-6-36 0,6 35 0,-6-35 0,-1 36 0,11-37 0,-15 37 0,10-16 0,-7 21 0,-1-21 0,3 16 0,-5-16 0,-1 31 0,-1-7 0,-1 17 0,-1-17 0,-3 17 0,16-36 0,-13 32 0,13-33 0,-14 28 0,8-11 0,-5 0 0,4 10 0,-6-8 0,-3 19 0,3-19 0,-3 19 0,2-9 0,-1 1 0,-1 7 0,2-7 0,-1 0 0,3 7 0,1-17 0,7 7 0,-4 0 0,3-7 0,-3 17 0,-5-7 0,0 10 0,5-11 0,-6 9 0,10-9 0,-12 11 0,4 0 0,0 0 0,-4 4 0,8-3 0,-7 3 0,2-4 0,1 4 0,1-3 0,8-7 0,-7 4 0,5-9 0,-6 11 0,4 0 0,0 0 0,0 0 0,0 0 0,10 2 0,-7-2 0,7 2 0,-10 3 0,-4-4 0,3 7 0,-3-3 0,-1 4 0,4 5 0,-3-3 0,4 2 0,0-3 0,10-3 0,3 6 0,10-6 0,21 10 0,-16-10 0,36 10 0,-15-4 0,21 6 0,0 0 0,-35 6 0,1 0 0,39-3 0,-39 9 0,-2 0 0,14-9 0,-17 14 0,-10-10 0,12 9 0,-5-1 0,37 16 0,-16-10 0,0 7 0,-5-4 0,-32-11 0,9 7 0,-9-2 0,32 11 0,-16 1 0,16 5 0,-21-7 0,-11-4 0,-1-5 0,-11-1 0,0-4 0,0 5 0,0 0 0,4 11 0,1 1 0,21 22 0,-13-8 0,2-4 0,1 0 0,-2 9 0,19 21 0,-17-8 0,-5-16 0,-1-2 0,1 2 0,11 23 0,13 7 0,-12 7 0,-5-17 0,-12-13 0,-1 2 0,-1-9 0,0 0 0,1 9 0,0-2 0,13 14 0,-4 15 0,-6-36 0,6 37 0,4-16 0,-3 20 0,1-20 0,-2 16 0,-4-37 0,14 37 0,-13-37 0,-1 15 0,-3-20 0,-4 0 0,29 30 0,-17-23 0,12 22 0,-20-29 0,13 11 0,0 13 0,25 3 0,-17 17 0,17-17 0,-24-4 0,22-1 0,-38-34 0,15 10 0,-24-30 0,0 4 0,3 0 0,-4-4 0,5 8 0,0-7 0,11 4 0,1-3 0,11 8 0,0-4 0,0 4 0,0 0 0,0-5 0,0 6 0,-11-10 0,9-3 0,-19 0 0,19-1 0,-19-1 0,18 7 0,-7-12 0,10 11 0,0-4 0,0 6 0,0 0 0,-11-2 0,-1-5 0,-11 2 0,0-4 0,0 0 0,0-1 0,0 1 0,0 0 0,0 0 0,0-1 0,0 1 0,0-4 0,0 7 0,0-7 0,0 8 0,0-4 0,0 0 0,0 4 0,0-8 0,8 11 0,-10-10 0,9 11 0,-11-12 0,4 8 0,-4-8 0,3 7 0,-3-7 0,4 3 0,0 1 0,-4-4 0,3 7 0,-8-7 0,4 3 0,-5-4 0,1 5 0,-1-4 0,1 3 0,-1-4 0,1 0 0,-5 0 0,-1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11.9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3842 24575,'10'0'0,"-1"0"0,1 0 0,-1 0 0,1 0 0,12 0 0,-5 0 0,20-6 0,-15 5 0,17-12 0,-17 12 0,7-6 0,-10 3 0,4 3 0,-7-8 0,6 8 0,-11-3 0,3 4 0,-1-4 0,-2 3 0,3-8 0,-1 8 0,2-7 0,4 2 0,0 1 0,0-4 0,-4 8 0,3-7 0,-8 3 0,8-1 0,-3-2 0,4 2 0,0-3 0,0-1 0,10-1 0,-7 0 0,17-8 0,-7 5 0,18-10 0,-16 6 0,4 1 0,-23 4 0,2 3 0,-2 0 0,4 1 0,-4-5 0,3 3 0,-3-3 0,4 1 0,-4-2 0,3-4 0,-4-1 0,5 6 0,0-4 0,0 3 0,0-4 0,-4-1 0,3 1 0,-3 0 0,4 0 0,0 0 0,0 0 0,-4 0 0,3 0 0,-4-1 0,5 1 0,4-10 0,-3 7 0,7-17 0,-7 17 0,7-17 0,-7 17 0,7-17 0,-3 7 0,28-40 0,-19 23 0,2 7 0,-1 1 0,-2-3 0,14-9 0,-19 11 0,1 0 0,-4 10 0,3-7 0,-3 7 0,4-10 0,0 0 0,0 0 0,-4 10 0,-4-7 0,-1 17 0,-5-18 0,0 19 0,6-19 0,-8 19 0,13-19 0,-13 19 0,8-19 0,-6 18 0,0-17 0,5 17 0,-7-7 0,2 10 0,4-10 0,-5-3 0,14-10 0,-6 0 0,14-21 0,-5 16 0,13-37 0,-20 37 0,18-37 0,-26 47 0,11-13 0,-17 31 0,1 4 0,-1-3 0,1 7 0,-5-7 0,7-5 0,-5 2 0,7-3 0,-5 6 0,1 3 0,-1-4 0,3-10 0,6-1 0,-3-12 0,12 2 0,-13 8 0,11-7 0,-11 7 0,4 0 0,-6 3 0,-3 10 0,1 0 0,-1 0 0,1 4 0,-1-3 0,1 3 0,-1-4 0,1-1 0,-1 1 0,5-8 0,-4 6 0,4-7 0,-4 9 0,-1 0 0,5 4 0,1-12 0,4 10 0,-5-10 0,8-3 0,-10 9 0,10-9 0,-12 11 0,8 0 0,-7 4 0,3-3 0,-1 8 0,-2-8 0,3 7 0,-5-3 0,5 0 0,-4 4 0,8-4 0,-7 0 0,7 3 0,-8-3 0,8 1 0,-3 2 0,4-3 0,0 0 0,0 4 0,0-4 0,10 2 0,-7 2 0,17-3 0,-7 0 0,10 0 0,0-1 0,0 6 0,-11 2 0,-2 6 0,-10 0 0,0 0 0,-4 0 0,3 0 0,-7 0 0,7 0 0,-4 0 0,16 6 0,1 1 0,11 7 0,0 0 0,-10-2 0,7 2 0,-7-3 0,0 1 0,-3-4 0,-14 0 0,3-3 0,-4 5 0,5 4 0,11-2 0,-9 7 0,18 1 0,-7 4 0,10 4 0,0 0 0,0 0 0,0 0 0,0 0 0,-1-1 0,-9-7 0,7 6 0,-17-10 0,7 3 0,0 2 0,-7-5 0,17 11 0,-7-3 0,0 0 0,18 20 0,-26-20 0,37 38 0,-32-28 0,33 30 0,-30-20 0,9-1 0,-7 17 0,-8-23 0,9 26 0,1 0 0,11-5 0,-1 28 0,9-7 0,-18-11 0,5 15 0,5-25 0,-17-5 0,-1-1 0,21 11 0,-22-13 0,-1 2 0,27 25 0,-13-7 0,-11-24 0,-1 0 0,8 22 0,17 11 0,-7 8 0,0-29 0,-16-6 0,-12-23 0,3-1 0,-6-11 0,3 9 0,-1-11 0,-3 4 0,4 0 0,0 0 0,0 0 0,0 0 0,0 0 0,4 10 0,7-3 0,-5 4 0,26 14 0,-6 1 0,1 1 0,15 15 0,-37-37 0,16 16 0,-21-21 0,0 0 0,0-4 0,0-1 0,0 0 0,0 0 0,10 9 0,-7-3 0,17 7 0,-7-3 0,10 4 0,0-6 0,0 4 0,0-4 0,-1-1 0,1 6 0,0-12 0,0 11 0,0-10 0,-10 2 0,28-1 0,-23 2 0,25 0 0,1 5 0,5-5 0,21 3 0,0 0 0,-1 0 0,-20-4 0,-5 0 0,-21-4 0,0-6 0,0 4 0,8-4 0,-6-1 0,6 6 0,-8-12 0,0 12 0,0-12 0,0 12 0,-10-12 0,-3 5 0,-10-6 0,-4 0 0,3 4 0,-8-2 0,8 2 0,-7-4 0,2 0 0,-7 0 0,-2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18.3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4076 10430,'19'9'0,"-4"-4"5056,3 0-5056,-3-1 2460,4-3-2460,-5 3 1422,4 0-1422,-7-3 5207,3 4-5207,9-5 0,-5 0 0,21 0 0,-7 0 0,10 0 0,0 0 0,-15 0 0,1-5 0,-3-2 0,7-5 0,0 4 0,7-4 0,34-14 0,-31 14 0,29-17 0,0 4 0,-39 15 0,29-14 0,1 0 0,-30 13 0,29-13 0,0-1 0,-29 10 0,49-16 0,-59 21 0,3-2 0,-7 3 0,-8-1 0,4 0 0,0-3 0,-4 2 0,4-7 0,-5 7 0,9-17 0,-2 11 0,3-8 0,26-33 0,-27 33 0,23-30 0,-31 37 0,-1 3 0,29-64 0,-17 45 0,20-56 0,-27 68 0,1-7 0,-4 10 0,35-40 0,-29 30 0,25-30 0,-33 40 0,1 0 0,1-10 0,-1 7 0,2-7 0,-1-1 0,14-22 0,-7 5 0,7-6 0,-13 24 0,-7 10 0,3-1 0,-7 6 0,8-5 0,-4 5 0,1-6 0,2 1 0,-3 0 0,1-10 0,2 7 0,-3-7 0,5 10 0,-5 0 0,3 0 0,0-11 0,2 9 0,1-9 0,1 1 0,-2 8 0,3-19 0,-3 18 0,1-7 0,1 0 0,6-3 0,-4 0 0,5-7 0,-7 7 0,8-10 0,-4 0 0,2 10 0,-5-7 0,-1 7 0,0 0 0,8-7 0,-7 7 0,5 0 0,-4-7 0,-4 17 0,3-17 0,-1 7 0,4 0 0,-1-8 0,1 9 0,-4-1 0,1-8 0,5 9 0,-4-1 0,6-8 0,-9 8 0,10-10 0,-6 0 0,5 0 0,0 1 0,-4-1 0,6 10 0,-7-8 0,7 8 0,-7-10 0,12 0 0,-10 11 0,10-9 0,5-12 0,-3 4 0,7-14 0,-1-1 0,12 5 0,0-29 0,12 10 0,-25 20 0,-3 9 0,-17 29 0,-4 4 0,-1 1 0,1 5 0,-1-1 0,1-4 0,3 4 0,-2-4 0,3 0 0,-1 3 0,2-3 0,0 5 0,-1-1 0,-1 1 0,6-5 0,1 3 0,-1-3 0,-1 4 0,-3 1 0,4-1 0,0 1 0,0 3 0,-4-2 0,-1 7 0,-1-4 0,-2 5 0,3 0 0,-5 0 0,1 0 0,3 0 0,2 0 0,4 0 0,0 5 0,10 2 0,-7 3 0,17 10 0,14-3 0,-6 10 0,37 6 0,4 8-665,-42-18 0,2-1 665,17 5 0,1 0 0,-20-4 0,2-1 0,17-1 0,0-1 0,-18 2 0,0-1-88,9-8 0,-3 0 88,15 22 0,-5-16 0,-21 1 0,0-12 0,-10 2 1317,-3-4-1317,-14 3 189,2 1-189,-2 3 0,4-2 0,10 5 0,-7-2 0,7 2 0,-10-1 0,10 7 0,-7-6 0,11 17 0,-13-11 0,13 11 0,10 8 0,19 27 0,6 3-797,-31-29 0,-1 1 797,1 1 0,-1-3 0,22 13 0,-5 16 0,-2-23 0,-19-2 0,20 1 0,-23-5 0,29 24 0,-7-5 0,-12-9 0,2 2 0,-4-8 0,0 0 0,5 9 0,-2 0 895,17 25-895,-19-27 0,0-3 0,13 12 0,-11-10 0,-1 1 0,12 9 0,-13-12 0,0 3 0,19 27 0,-17-26 0,2 2-820,-1-1 0,-1 1 820,1-1 0,0 0 0,-1 1 0,1-1 0,-3-8 0,-1-2 0,19 30 0,-11-21 641,-11-18-641,-5 6 0,1-16 0,14 25 1698,-15-15-1698,33 29 0,-34-30 0,33 27 0,-36-36 0,15 15 0,-17-11 0,15 1 0,-10 1 0,20 0 0,13 17 0,9-7 0,-18 2 0,3 3 0,0-12 0,1 0 0,0 12 0,0 2 0,4-6 0,0-3 0,-8-6 0,-4-1 0,29 21 0,-14-24 0,-32-11 0,9-4 0,-19-4 0,8-3 0,0-3 0,3-4 0,10 0 0,0 0 0,0 0 0,0 0 0,20 0 0,-14 0 0,14 0 0,-30 5 0,7-4 0,-17 3 0,3-4 0,-11 0 0,-5 0 0,-4 0 0,0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2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4051 24575,'4'6'0,"1"-2"0,5-4 0,-1 0 0,1 0 0,4 0 0,-4 0 0,8-4 0,-7 3 0,7-4 0,-4 1 0,5 3 0,-4-7 0,-1 6 0,-4-2 0,13-2 0,-9 4 0,9-8 0,-13 9 0,-1-3 0,1-1 0,14-2 0,-7-3 0,22-4 0,-17 4 0,42-11 0,-36 13 0,22-10 0,-32 12 0,-7 1 0,7-4 0,-8 8 0,4-7 0,0 2 0,-4 1 0,8-3 0,-3-2 0,4-1 0,0-2 0,0 3 0,0 0 0,0 1 0,19-11 0,-4-1 0,6-5 0,-1-1 0,-7 3 0,10-4 0,20-7 0,-15 5 0,9-5 0,-1-2 0,-1 0 0,26-19 0,-47 24 0,-13 19 0,24-37 0,-23 34 0,12-21 0,0-4 0,-11 11 0,25-30 0,-1-3 0,-24 34 0,24-30 0,-20 9 0,-4 23 0,6-33 0,-14 38 0,6-17 0,11-34 0,-8 30 0,10-28 0,-2 0 0,-13 39 0,16-39 0,-22 42 0,3 8 0,0-9 0,4 1 0,29-44 0,-23 30 0,25-38 0,-30 49 0,-1 1 0,7-9 0,-6 8 0,0 1 0,6-9 0,-15 18 0,15-17 0,-10 17 0,4-17 0,27-35 0,-20 22 0,17-21 0,-18 33 0,-11 18 0,6-17 0,1 7 0,0-10 0,0 0 0,0 10 0,-1-7 0,3 7 0,4-10 0,-1 0 0,1 0 0,0 0 0,-4 10 0,3-7 0,-7 17 0,7-17 0,-7 17 0,3-7 0,0 0 0,7 3 0,-4-4 0,7-3 0,-13 11 0,13-11 0,-12 13 0,8-3 0,12-18 0,-7 13 0,9-13 0,7-3 0,-16 15 0,19-16 0,-11 17 0,-10 4 0,-3 5 0,0-3 0,-7 6 0,36-23 0,-1 4 0,9-7 0,-4 7 0,-20 13 0,21-12 0,-16 11 0,37-10 0,-16-2 0,0 14 0,15-10 0,-36 16 0,16 4 0,-21 4 0,-10 7 0,7 0 0,-7 0 0,9 0 0,1 7 0,0 0 0,21 21 0,5-7 0,21 21 0,-35-23 0,1 0 0,-8 4 0,0 0 0,7 1 0,2 1-513,-1-2 0,-1 2 513,-4 5 0,3 2-134,5-2 0,6 1 0,-5 2 134,3 10 0,-1 1 0,26 9 0,-5-1 0,-35-14 0,-4-1 0,0 0 0,-1-1 0,1 1 0,-1 0 0,30 31 0,-8-16 0,-3 9 0,-37-37 1005,20 27-1005,-24-30 423,7 18-423,14 4 0,-9 2 0,14 8 0,-1-1 0,-13-7 0,30 19 0,-34-30 0,33 27 0,-32-26 0,8 8 0,-15-14 0,-4 0 0,6 3 0,4 10 0,0-1 0,24 31 0,-1-11 0,3 5 0,-8-6 0,2 1 0,-2-13 0,4 1 0,-4-2-2483,-3 8 1,-2-4 2482,3-12 0,-1 0 0,-6 3 0,-1 1-246,30 23 246,1 1 0,-1-1 0,1 1 0,-25-31 0,1 1 0,28 31-262,-18-27 0,-2-2 262,9 12 0,-10-14 0,2 1 0,26 20 0,1-1 0,-31-26 0,-3-3 0,2 2 4718,5 1-4718,-12-4 313,-9-3-313,11 4 0,0 0 0,0 0 0,0 0 704,0 0-704,0 0 0,0 0 0,-1-7 0,1 6 0,-10-14 0,7 7 0,-17-10 0,7 1 0,-10-1 0,0-5 0,0-1 0,10-4 0,-7 0 0,7 0 0,-10 4 0,10-3 0,-7 4 0,17-5 0,-17 0 0,7 0 0,-14 0 0,-2 0 0,-3 0 0,-1 0 0,1 0 0,-1 4 0,1-3 0,-1 3 0,-3-4 0,-2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35.8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3851 24575,'9'0'0,"1"0"0,-1 0 0,-4-4 0,4 3 0,-4-3 0,5-1 0,-1 4 0,1-7 0,-5 2 0,3 1 0,-2-3 0,3 2 0,1 1 0,-1-4 0,1 0 0,3-6 0,2 0 0,4-3 0,-4 3 0,31-44 0,-25 30 0,13-9 0,0-4 0,2-13 0,28-14 0,-25 3 0,6 13 0,-25 21 0,2 3 0,-3 0 0,-3 7 0,1-3 0,-7 7 0,8-5 0,-11 6 0,14-10 0,-10 12 0,-1 0 0,11-13 0,-13 11 0,9-13 0,5-3 0,-9 10 0,14-41 0,-16 41 0,20-57 0,-18 57 0,12-27 0,-15 31 0,15-31 0,-12 23 0,20-33 0,-6 7 0,-3 6 0,1-6 0,-13 24 0,29-42 0,-21 29 0,23-42 0,1 0 0,-16 32 0,24-32 0,-31 42 0,13-20 0,-11 14 0,7-3 0,-1-2 0,-1 1 0,22-32 0,-34 42 0,6 10 0,-8-7 0,3 7 0,-1 0 0,1-19 0,1 0 0,6 14 0,9-55 0,-13 54 0,-9 15 0,5-15 0,-7 19 0,1 0 0,7-11 0,-5 9 0,6-9 0,-7 1 0,3 7 0,-1-3 0,16-24 0,-16 27 0,12-24 0,-15 28 0,-1 7 0,1-7 0,-1 7 0,1-2 0,-5-1 0,4 3 0,0-3 0,2 0 0,2 4 0,-3-4 0,-1 0 0,1 3 0,-1-2 0,5-1 0,-3 3 0,7-7 0,-4 3 0,5 0 0,-4 1 0,3 1 0,-3 2 0,4-3 0,0 0 0,0 4 0,0-9 0,10 7 0,-7-2 0,17 0 0,-7-4 0,-1 4 0,9-6 0,-19 10 0,19-3 0,-19 3 0,19-4 0,-9 2 0,20-6 0,-7 3 0,-4-1 0,-1 2 0,-7 8 0,10-6 0,0 4 0,0-6 0,-1 6 0,22-8 0,-16 7 0,37-12 0,-37 12 0,14-1 0,1 1 0,-5 0 0,-5 3 0,-2 0 0,-8 0 0,0 6 0,-11 0 0,9 0 0,-19 0 0,9 5 0,-11 0 0,10 6 0,-8-1 0,19 4 0,0 8 0,-6-7 0,13 15 0,-15-11 0,10 9 0,11 17 0,-9-13 0,20 31 0,-8-14 0,-14-13 0,1 1 0,28 31 0,-26-22 0,2 0 0,-3-8 0,-1 2 0,-2 13 0,2-1 0,10-9 0,0-1 0,-11 9 0,0 3 0,13 3 0,1 2 0,-4 6 0,0 3 0,8 7 0,2 2-1485,-1-2 0,0 2 1485,-19-20 0,0 2 0,-1-3 0,12 13 0,-1-1 0,-11-11 0,0 1 0,-2-6 0,1-3 0,0-3 0,9 16 0,-1-1 0,-10-15 0,-1-2 0,0 1 0,1 0 0,-1-2 0,-1-1 0,21 35 0,-16-40 0,0 1 0,-7 11 0,0-1 0,9-9 0,1 0 0,3 7 0,-2 0 0,26 22 0,-20-23 0,2 1 0,-8-1 0,0 0 0,8 9 0,2 1 0,9 2 0,0 0 0,-8-2 0,2 0 0,15 6 0,1-2 0,-17-9 0,-1-2 0,9 4 0,-2-4 2970,16 9-2970,-27-18 0,-3-2 0,0-4 0,-4-3 0,3-1 0,20 8 0,20 8 0,1-11 0,-34-11 0,0 1 0,-8-6 0,0-1 0,8 3 0,-1-1 0,35 13 0,0-10 0,0 0 0,-35-9 0,1-1 0,39 10 0,-30-14 0,2-1 0,-8 4 0,-1 0 0,11-9 0,0-1 0,-11 4 0,1 2 0,7-1 0,0 0 0,-8-5 0,1 1 0,19 4 0,2 0-853,-8-5 0,-1-2 853,8 1 0,0 0 0,-9 0 0,-2 0 0,2 0 0,-3 0 0,28 0 0,-10 0 0,-52 0 0,-3 0 0,-10 0 0,-4 0 0,-6 0 0,-5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43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1190 0 24575,'-29'54'0,"-11"26"0,24-48 0,-11 12 0,-3 5-2070,-5 21 2070,-3-17 0,-1 0 0,-3 17 0,9-28 0,-3-1 0,1-3 0,2-2 665,-8 10-665,-4 4 0,5-3 0,22-22 0,-15 15 0,-1 0 0,13-16 342,-39 37-342,40-36 0,-16 15 0,-3 0 0,15-6 0,-22 19 0,18-11 0,-6-6 0,-19 34 0,21-37 1063,-10 21-1063,33-36 0,-1-3 0,1-4 0,-1 5 0,0-9 0,1 7 0,3-5 0,-2-4 0,7 4 0,-8-4 0,8 5 0,-7-5 0,7 3 0,-8-2 0,8 3 0,-8-4 0,8-9 0,1-2 0,8-23 0,17-19 0,-4-20 0,1 14 0,2-2-615,-6 8 0,0 2 615,15-32-309,-6 17 309,-15 29 0,0 1 0,-5-9 0,2 23 0,-8-11 0,3 17 1209,0 1-1209,-3 2 330,3 2-330,-4 5 0,0 17 0,-13 74-899,9-12 899,-7-12 0,-1-2 0,10-6 0,-18 23 0,17-23 0,-11 0 0,13 2 0,-9-28 0,8-1 0,-8-1 0,8-16 899,-2 4-899,0-7 0,3 3 0,-3-1 0,-1-2 0,4 3 0,-3-5 0,8-4 0,2-5 0,3-1 0,44-27 0,-28 18 0,33-15 0,-39 16 0,61-16 0,-36 8-239,23-8 0,-1 0 239,-23 13 0,27-16 0,-51 27 0,-4-8 0,3 8 0,-7-3 0,2 0 119,-3 2 1,-5-2-1,-1 4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0T10:09:46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24575,'14'0'0,"-4"0"0,19 6 0,-8 0 0,9 5 0,-6-5 0,46 22 0,-7-12 0,26 16-1553,-6-2 0,1-2 1553,5-1 0,-17-1 0,13 4 0,-10-5 0,-22-11 0,-2-1 0,22 8 0,3 2-354,2 6 1,-5-2 353,11 0 0,-19 1 0,-5-4 0,-18-17 0,0 6 0,8-8 0,-16 7 0,34 3 2979,-41-8-2979,23 7 834,-31-13-834,-4 7 0,3-7 0,1 8 0,-3-8 0,2 3 0,-9-4 0,-3 4 0,2-3 0,-3 3 0,5-4 0,-1 0 0,1 0 0,3 0 0,-2 0 0,7 0 0,-3 0 0,4 0 0,0 0 0,-4 0 0,-2 5 0,-3-4 0,-1 3 0,-8-4 0,-2 0 0,-13-4 0,-11-10 0,-17-23 0,-3 5 0,-19-30-709,2-7 709,15 23 0,-4-22 0,27 41 0,0-5 0,-3-7 0,11 21 0,2-6 709,6 15-709,7-1 0,-4 0 0,10 5 0,0 1 0,9 8 0,30 35 0,-22-21 0,21 25 0,-8-8 0,-15-15 0,24 31 0,-28-30 0,10 18 0,-14-21 0,1 10 0,0-13 0,-7-1 0,16 15 0,-15-16 0,14 15 0,-15-18 0,8 4 0,-4 0 0,-1-8 0,1 7 0,-1-8 0,1 5 0,-5-1 0,3 1 0,-2-5 0,3 3 0,-4-2 0,4-1 0,-8 3 0,7-7 0,-7 8 0,4-4 0,-1 0 0,-3 4 0,-15 4 0,0 3 0,-15 3 0,-21 10 0,-29 4-420,33-15 0,-2 0 420,-8 1 0,3-2 0,-1 0 0,-5 0 0,31-11 0,1 4 0,-2-9 0,23 8 0,-7-8 840,8 3-840,-1 0 0,-2-3 0,7 3 0,-3-4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1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96 24575,'4'-9'0,"-2"-1"0,6 1 0,-7-1 0,7 0 0,-2 5 0,3-8 0,1 11 0,-1-11 0,1 12 0,3-7 0,-2 7 0,3-4 0,-5 5 0,1 0 0,-5 5 0,-1 0 0,1 4 0,0 1 0,4 8 0,-3-6 0,2 5 0,-7-7 0,3 0 0,-4 3 0,-6 12 0,-5 28 0,-22 23 0,13-16 0,-3-14 0,1-3 0,6-6 0,-9 12 0,13-21 0,7-18 0,-4 4 0,8-4 0,-7-5 0,2 3 0,1-2 0,1 3 0,0-4 0,7 0 0,-2-5 0,8 0 0,1 0 0,3 0 0,-2 0 0,3 0 0,-5 0 0,15 0 0,-11 0 0,11 0 0,-10 0 0,-4 0 0,4 0 0,-9 0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2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58 10803,'4'-10'0,"1"1"5013,5-1-5013,-1 5 2396,1-4-2396,-1 8 1376,-4-7-1376,4 7 4987,-4-4-4987,5 5 0,-1 0 0,1 5 0,-1-4 0,1 7 0,-5-3 0,3 1 0,-7 2 0,4-3 0,-5 9 0,0-3 0,4 2 0,-3-3 0,3 14 0,-4-11 0,0 11 0,0-10 0,0-4 0,0 4 0,0-5 0,0 1 0,0-1 0,0 1 0,-4-5 0,3 4 0,-8-4 0,8 4 0,-7-3 0,2-2 0,1 0 0,-4-3 0,4 3 0,-5-4 0,1 0 0,-1 0 0,1 0 0,-1-4 0,5-1 0,-4-5 0,8 1 0,-7-1 0,6 0 0,-2 1 0,0-1 0,3 1 0,-3-1 0,4 0 0,0 1 0,0-1 0,4 5 0,-3-4 0,7 4 0,-2-5 0,3 1 0,1-1 0,-1 5 0,-4 0 0,0 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12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73 24575,'13'-13'0,"-2"2"0,7-3 0,-3 0 0,0 8 0,-2-7 0,-3 12 0,-1 1 0,1 9 0,-1 10 0,1-3 0,-1 6 0,-3 3 0,2-7 0,-7 6 0,3-15 0,-4 1 0,0-1 0,0 1 0,0 3 0,0-2 0,0 7 0,0-8 0,-4 4 0,3-4 0,-8-1 0,8 1 0,-7-5 0,7 3 0,-8-7 0,4 8 0,-5-8 0,1 3 0,-5-4 0,-1 0 0,-4 0 0,0 0 0,4-4 0,1 3 0,4-3 0,1-1 0,-1 0 0,1-5 0,-5-8 0,3 7 0,1-8 0,2 10 0,7-1 0,-3 1 0,4-1 0,0 0 0,0 1 0,0-1 0,4 5 0,-3-4 0,3 8 0,-4-3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8:3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2:21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959 1 24575,'0'19'0,"10"39"0,5 23 0,-9-23 0,1 7 0,1 4 0,2 7 0,-3-4-2011,-5 6 0,-1 0 2011,7-6 0,2 4 0,-2-8 0,-6-7 0,-1-7 628,11 25-628,-12-19 792,0-28-792,0-1 0,0-2 0,0 1 2065,0-13-2065,0 7 537,0-10-537,0-4 0,0 18 0,0-10 0,0 11 0,0 21 0,0-28 0,0 37 0,0-31 0,0 35 0,0-16 0,0 15 0,0 1 0,0-30 0,0 47 0,0-47 0,0 19 0,0 8 0,0-2 0,0 31 0,0-31 0,0-8 0,0 0 0,0 28 0,0-15 0,-6 1 0,0-5 0,3-27 0,-4 28 0,2 2 0,5-19 0,0 30-429,-7-22 1,0 0 428,4 17 0,-11 16 0,1 4-1324,9 11 1324,-17-1 0,0-3 0,13-11 0,-10-24 0,1 5 0,15 10 0,2-4 0,-12-3 0,11 12 0,0 6 0,-8-18 0,-2-5 0,4-11 0,0 0 0,-1 14 0,-1-1 0,-11 18 0,19-29 0,0 2 0,-9-7 0,0 1 0,9 6 0,0-2-829,-15 8 829,7 1 0,1 0 0,-1-1 0,-3 2 0,3-3-210,7-19 210,-4 21 0,0-10 0,-2 4 0,2-8 0,-1 1 0,0 6 0,-2-3 754,-7 10-754,14-21 1303,-14 21-1303,14-16 0,-9 15 0,-2 1 917,4-6-917,1-3 0,1-3 0,0-9 0,1 0 246,5-1-246,-6 1 0,7 0 0,-6 0 0,6 18 0,-1 5-803,-15 19 803,15-19 0,-1 0 0,-18 19 0,18-16 0,-18 21 0,18-1 0,-18 1 0,13-15 0,2 1 0,-1-23 0,-1 0-295,-4 23 1,2-1 294,7 15 0,-8 0 0,0-1 0,8-20 0,-18 16 0,17-16 0,-13 0 0,15 15 0,-5-36 0,1 6 778,4-14-778,-3-7 0,4 0 0,-6 7 0,4-7 0,-4 10 0,6 20 0,0 6 0,-10 21 0,8 0-69,-9-35 0,0 1 69,8 39 0,-9-30 0,-1 3 0,5 10 0,1 0 0,0-16 0,-1 3-533,-1 6 0,-1 7 0,3-13 533,3 9-334,-6-13 0,1-7 334,8-24 666,-3 24-666,-6 15 0,7 8 0,-16 10 0,16 11 0,-13-24-350,15-21 0,1 0 350,-17 16 0,16-12 0,0-2 0,-9 5 0,4-9 0,2 0 0,2 4 0,-18 35 0,17-1-4744,-6-20 4744,1-4 0,2-2 0,3-15 215,-3 14 1,-2 1-216,-2-5 0,8 32 0,-8 0 0,0 0-319,7-1 319,-6-20 514,9-15-514,0-14 6592,0 14-6592,0-6 81,0 16-81,0-21 498,0-15-498,0 1 0,0-3 0,0-3 0,0 3 0,0 3 0,0-11 0,0 8 0,0-11 0,0-1 0,0-2 0,0 7 0,0-8 0,0 19 0,0-12 0,0 8 0,0-7 0,0 7 0,0-8 0,0 11 0,0-17 0,0 3 0,0-5 0,0 1 0,0-1 0,0 1 0,0-5 0,0-1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2:24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24575,'5'-5'0,"0"0"0,9 5 0,-4 0 0,4 0 0,-5 0 0,15 0 0,-6 0 0,21 0 0,-17 0 0,62 0 0,15 0 0,-11 0-2262,-18 0 1,11 0 0,0 0 2261,-6 0 0,-1 0 0,-4 0 0,10 0 0,2 0-606,-3 0 0,5 0 1,-8 0 605,-5 0 0,-6 0-562,3 6 1,0 0 561,-1-5 0,1 1 0,-2 10 0,4 0 0,0-9 0,6-4 0,-3 2-707,5 12 1,0-1 706,22-10 0,-2-1 0,-30 4 0,-6 2 0,32 2 0,-39-7 0,0-1 4628,34 9-4628,-28-9 0,6-2 0,-2 1 0,5 0 0,-2 0 324,19 0 1,1 0-325,13 0 0,-4 0 0,-30 0 0,-4 0 0,-6 0 0,1 0 0,10-1 0,0 2 0,-12 3 0,2 2 0,37-5 0,1 0 0,-32 4 0,2 0-169,4-4 0,6-2 0,-6 1 169,2 0 0,-3 0 0,10 0 0,-1 0 0,-10 0 0,-1 0 0,1 0 0,0 0 0,0 0 0,-1 0 0,1 0 0,0 0 0,0 0 0,-1 0 0,-8 0 0,-3 0 896,0 0 0,-2 0-896,35 0 0,-1 0 0,1 0 0,0 0 0,0 0 0,-1 0 0,-33 0 0,0 0-649,39 0 649,-30 0 0,2 0 0,-8 0 0,-1 0 0,0 0 0,1 0 0,7 0 0,0 0 0,-8 0 0,1 0 776,9 0 1,2 0-777,-2 0 0,1 0 0,0 0 0,0 0 370,-1 0 0,1 0-370,10 0 0,1 0-842,1-1 1,1 2 841,10 5 0,1 1 0,-1-5 0,0 0-2402,0 5 0,1-1 2402,-26-5 0,3-1 0,-1-1 0,1 1 0,0 0 0,1 0-716,6 0 0,1 0 0,0 0 716,-1 0 0,1 0 0,-1 0-247,1 0 1,-1 0-1,1 0 247,-1 0 0,0 0 0,1 0 0,-1 0 0,1 0 0,-1 0 0,1 0 0,-1 0 0,1 0 0,-1 1 0,0-1 0,1-1 0,6-3 0,1-2 0,-1 1 0,-5 3 0,-1 2 0,3-2 0,9-3 0,2-1 0,0 2 0,-6 3 0,-1 1 0,2 1-209,6-1 0,0 0 0,0 0 209,-6 0 0,-1 0 0,-1 0 0,0 0 0,0 0 0,-1 0 0,-6 0 0,-1 1 0,0-2 0,0-4 0,1 0 0,-1 0 0,1 3 0,-1 2 0,1-2 628,-1-2 1,0-2-1,1 2-628,-1 3 0,1 1 0,-1 1 0,1-1 0,-1 0 0,1 0 0,-1 0 0,1 0 0,-1 0 0,0 0 0,1 0 0,-1 0 0,1 0 0,-1 0 0,1 0 0,-1 0 0,1 0 0,-1 0-535,0 0 0,0 0 0,1 0 535,6 0 0,1 1 0,0-2 0,-6-3 0,-1-2 0,2 1 312,10 4 1,3 1-1,-2-2-312,-4-7 0,-1-3 0,-1 3 0,2 6 0,-1 3 0,0-1 249,-2-4 0,1-1 1,-1 2-250,1 2 0,-1 3 0,0 0-37,-4-1 1,-1 0 0,0 0 36,-2 0 0,1 1 0,-1-2 0,-1-4 0,0 0 0,-1 0 0,-4 3 0,-1 2 0,1-2 0,5-2 0,2-2 0,0 2 0,-1 3 0,0 1 0,1 1 397,6-1 0,1 0 1,-1 0-398,-4 0 0,-2 0 0,2 0 0,11 0 0,1 0 0,-1 0 22,-11 0 0,-2 0 0,1 0-22,6 0 0,0 0 0,-1 0 0,-6 0 0,0 0 0,-2 0-356,-5 0 1,0 0 0,-2 0 355,1 0 0,-1 0 0,-1 0 0,24 1 0,0-2 528,-24-3 0,1-2 1,1 1-529,-1 3 0,2 2 0,0-2 0,4-2 0,1-2 0,5 2 0,4 3 0,7 1 0,0 0 0,-5 1 624,3-1 1,-5 0 0,4 0-625,-7 0 0,5 0 0,-1 0 0,-6 0 0,0 0 0,-4 0 0,-5 0 0,5 0 0,-4 0 0,8 0 0,-7 0 0,-4 0 792,-15 0-792,7 0 3501,-33 0-3501,54 0 672,-55 0-672,24 0 2461,-31 0-2461,11 0 0,-13 0 0,7 0 0,-10 0 0,-4 0 0,0 0 0,-6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5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24575,'9'0'0,"1"0"0,-1 0 0,1 0 0,-1 0 0,1 0 0,-1 0 0,1 0 0,-1 0 0,1 0 0,-1 0 0,1 0 0,-1 0 0,1 0 0,-1 0 0,1 0 0,-1 0 0,1 0 0,-5 0 0,-1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6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24575,'9'0'0,"1"0"0,-1 0 0,1 0 0,-1 0 0,1 0 0,-1 0 0,1 0 0,-1 0 0,1 0 0,-1 0 0,1 0 0,-5 4 0,-1-3 0,-4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7.7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12847,'9'0'0,"1"0"4636,3 0-4636,-2 0 2038,3 0-2038,-5 0 1132,1 0-1132,-1 0 3922,1 0-3922,-1 0 0,1 0 0,-1 0 0,-3 0 0,-2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8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24575,'9'0'0,"1"0"0,-1 0 0,1 0 0,-1 0 0,1 0 0,-1 0 0,1 0 0,-1 0 0,1 0 0,-1 0 0,-3-4 0,2 3 0,-7-3 0,4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39.7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24575,'10'0'0,"-1"0"0,1 0 0,-1 0 0,1 0 0,-1 0 0,1 0 0,-1 0 0,-3-4 0,2 3 0,-3-3 0,9 4 0,-3 0 0,2 0 0,-3 0 0,-1 0 0,-3 0 0,-2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1.2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24575,'14'0'0,"1"0"0,4 0 0,0 0 0,0 0 0,-5 0 0,0 0 0,-4 0 0,-1 0 0,1 0 0,-1 0 0,1 0 0,-1 0 0,1 0 0,-1 0 0,1 0 0,-1 0 0,1 0 0,-1 0 0,-4 0 0,0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3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24575,'10'0'0,"-1"0"0,1 0 0,-1 0 0,1 0 0,-1 0 0,1 0 0,-1 0 0,1 0 0,-1 0 0,1 0 0,-1 0 0,1 0 0,-1 0 0,1 0 0,-1 0 0,1 0 0,-1 0 0,1 0 0,-1 0 0,1 0 0,-1 0 0,1 0 0,-1 0 0,1 0 0,-1 0 0,5 0 0,-3 0 0,2 0 0,1 0 0,-3 0 0,7 0 0,-4-4 0,1 3 0,-1-3 0,0 4 0,-4 0 0,4 0 0,-4 0 0,-1 0 0,1 0 0,-1 0 0,1 0 0,-1 0 0,-4 0 0,0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6.3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24575,'0'36'0,"0"25"0,0-20 0,0 30 0,0-41 0,0 2 0,0-18 0,0-3 0,0 2 0,0-3 0,0-1 0,0-3 0,0-2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7.1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0 24575,'0'14'0,"0"1"0,0 4 0,0-4 0,-5 3 0,4-3 0,-3 4 0,4 0 0,0 0 0,0-5 0,0 0 0,0-4 0,0-1 0,0 1 0,0-1 0,0 1 0,0-1 0,0-4 0,0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8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24575,'0'10'0,"-10"53"0,7-25 0,-7 33 0,10-42 0,0-14 0,0-2 0,0 1 0,0-3 0,0-2 0,0-5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8.9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0 24575,'0'19'0,"0"-4"0,0 13 0,0-1 0,-4 5 0,3-3 0,-3-14 0,4-1 0,0-5 0,0 1 0,0-5 0,0-1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49.6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1 24575,'0'9'0,"0"5"0,0 1 0,0 4 0,0 31 0,0 10 0,0 34-1262,1-8 1,-2 3 1261,-4-29 0,0-5 0,3 33 0,-8-25 600,10-21-600,0-10 0,4-12 0,1-15 0,1-6 0,-2-4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0.7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24575,'0'14'0,"0"0"0,0 10 0,0 3 0,5 5 0,-4-7 0,3-11 0,-4-5 0,4-3 0,-3 2 0,3-3 0,-4 5 0,0-1 0,5 5 0,-4 1 0,3 14 0,-4-7 0,0 7 0,0 62 0,0-43 0,0 46 0,0-65 0,0-10 0,0-4 0,0-6 0,0-4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1.7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24575,'0'32'0,"0"7"0,0-17 0,0 17 0,0-7 0,0-1 0,0 9 0,0-19 0,0 4 0,0-11 0,0-4 0,0-1 0,0 1 0,0-1 0,0-4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2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 0 24575,'0'19'0,"-10"31"0,7-23 0,-7 23 0,10-31 0,0 0 0,0-4 0,0-1 0,0-5 0,0 1 0,0-1 0,0 1 0,0-1 0,0 1 0,0-1 0,0 1 0,4-1 0,-2 1 0,2-5 0,-4-1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8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60 24575,'5'-9'0,"0"-1"0,4 1 0,1 3 0,-1-2 0,1 7 0,-1-8 0,1 8 0,-1-3 0,1 4 0,-1 0 0,-3 4 0,-2 1 0,-4 5 0,4-1 0,-3 1 0,3-1 0,-4 1 0,0-1 0,0 5 0,0-3 0,0 2 0,0-3 0,-4-1 0,3 1 0,-7-1 0,6 1 0,-2-1 0,0-3 0,3 2 0,-8-7 0,8 8 0,-7-8 0,2 3 0,-3-4 0,-1 0 0,1 0 0,-1 0 0,0 0 0,1 0 0,-1 0 0,0 0 0,5-4 0,1-2 0,4-3 0,0-1 0,0 0 0,0 1 0,0-1 0,0 1 0,0-5 0,0 3 0,4-7 0,1 7 0,5-7 0,-1 8 0,1-4 0,-1 4 0,1 1 0,-1 3 0,1 2 0,-1 4 0,1 0 0,-5 4 0,4-3 0,-8 8 0,7-8 0,-7 7 0,8-7 0,-8 8 0,3-4 0,-4 4 0,0 5 0,0-3 0,4 3 0,-3-5 0,3 1 0,-4 3 0,0-2 0,0 3 0,0-5 0,0 1 0,0-1 0,0 1 0,-4-1 0,3 1 0,-7-5 0,2-1 0,-3-4 0,-1 0 0,5-4 0,-4 3 0,8-8 0,-3 4 0,4-5 0,0 1 0,0-1 0,4 5 0,-3-4 0,3 12 0,-4-2 0,0 9 0,0-1 0,0 1 0,0-1 0,-4 1 0,3-1 0,-8-3 0,4-2 0,-5-4 0,1 0 0,4-4 0,0-2 0,5-3 0,0-1 0,0 0 0,0 1 0,4 3 0,2-2 0,3 7 0,1-8 0,3 4 0,-2 0 0,3-4 0,-5 8 0,1-3 0,-5 8 0,-1 1 0,-4 5 0,0-1 0,0 1 0,0-1 0,-4 1 0,3-1 0,-8 5 0,4-8 0,0 7 0,-4-12 0,8 8 0,-7-8 0,2 3 0,-3-4 0,-1 0 0,0 0 0,1-4 0,-1 2 0,1-6 0,-5-6 0,3 2 0,-3-6 0,9 9 0,-4-1 0,8 0 0,-3 1 0,4-5 0,0 3 0,0-3 0,0 5 0,0-1 0,0 1 0,4 3 0,1 2 0,5 4 0,-1 0 0,-3 4 0,2-3 0,-3 4 0,5-1 0,-1 1 0,1 0 0,-5 4 0,4-4 0,-8 5 0,7-1 0,-7 1 0,3-1 0,-4 1 0,0-1 0,0 1 0,0-1 0,-4-4 0,3 4 0,-7-8 0,7-1 0,-4-5 0,5-5 0,0 0 0,5 1 0,0 3 0,4-2 0,1 7 0,-5-4 0,-1 5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5.4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 0 14783,'5'10'0,"-1"3"4107,2 12-4107,-4 28 0,14 15 0,-14 0 0,8 15 1694,-10-46-1694,0 13 918,0 0-918,-12 29 0,5-16 0,-12 18 0,3-29 3073,7-19-3073,-5 16 0,13-34 0,-8-1 0,8 0 0,-3-4 0,4-1 0,0 1 0,0-1 0,0-4 0,0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5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24575,'0'10'0,"4"-5"0,-3 3 0,12-7 0,-7 8 0,8-8 0,10 9 0,3-8 0,36 4 0,26 6 0,5-9 0,-38 8 0,-3 0 0,1-9 0,5 8 0,-32-10 0,15 0 0,-14 0 0,-4 0 0,-15 0 0,1 0 0,-1 0 0,1 0 0,-5 0 0,-1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6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1 165 12302,'5'4'0,"3"1"4757,-7 5-4757,8-5 2135,-8 3-2135,7-6 1195,-2 2-1195,3-4 4186,-4 4-4186,4-3 0,0 3 0,6-4 0,4 0 0,10 0 0,-11-4 0,10 3 0,17-23 0,-8 13 0,26-23 0,-35 20 0,0-3 0,-22 7 0,7 0 0,-12 1 0,3-1 0,-8 1 0,3-1 0,-12-4 0,7 3 0,-8-2 0,0 7 0,3 2 0,-3 4 0,5 0 0,3 4 0,2 1 0,4 5 0,0-1 0,0 1 0,0 0 0,0-1 0,0 5 0,0-4 0,6 18 0,-4-14 0,8 5 0,-9-10 0,8-4 0,-8 4 0,20 9 0,-4-2 0,7-1 0,-2-2 0,-11-12 0,7 7 0,-8-7 0,8 8 0,-3-8 0,14 9 0,-7-4 0,17 1 0,-7 4 0,18-10 0,-16 5 0,-5-6 0,-20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7.5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1 24575,'-15'0'0,"2"0"0,3 4 0,0-3 0,1 7 0,-1-2 0,1-1 0,-1 3 0,0-2 0,1-1 0,-1 3 0,5-2 0,1 3 0,4 1 0,0-1 0,0 1 0,0 3 0,4-2 0,1 3 0,5-5 0,13 3 0,5 6 0,14-3 0,0 5 0,0 0 0,-1-4 0,-13 2 0,10-5 0,-10 6 0,34 0 0,-14 2 0,14 2 0,-30-9 0,-7-1 0,-11-4 0,-5-4 0,-4 5 0,0-1 0,-5 1 0,0-1 0,0 1 0,0-1 0,-5 1 0,-4 3 0,-2-2 0,-7 3 0,7-5 0,-2-4 0,-1 4 0,-1-8 0,-4 3 0,4-4 0,1 0 0,4 0 0,-3 0 0,2 0 0,-7 0 0,7-4 0,-17-10 0,19 7 0,-10-5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8.1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24575,'9'19'0,"16"45"0,2 6 0,-12-23-1229,20 43 1,0 5 1228,-17-11 31,2-37 1,0 0-32,1 37 570,-7-53-570,-3-2 0,-6-14 0,4-5 1232,1-6-1232,-1-4 592,1 0-592,-1 0 0,1 0 0,-1 0 0,1 0 0,-1 0 0,-3-4 0,2 3 0,-7-4 0,3 5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8.8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14067,'4'-5'0,"1"0"4318,5 5-4318,-1 0 1822,1 0-1822,4 0 995,-4 0-995,18 0 3373,-15 5-3373,26-4 0,-26 7 0,11-7 0,-11 8 0,2-8 0,14 9 0,-11-8 0,20 10 0,-21-6 0,8 1 0,-11-3 0,0 0 0,31-3 0,-18 8 0,54 2 0,-54-5 0,19 9 0,-28-14 0,-8 3 0,8 0 0,-7-3 0,2 3 0,-3-4 0,-1 0 0,1 0 0,0 0 0,-1 0 0,1 0 0,-5 0 0,-1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24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 24575,'10'0'0,"-1"0"0,1 0 0,-1 0 0,1 0 0,-1 0 0,1 0 0,-1 0 0,1 0 0,-1 0 0,-3-4 0,2 3 0,-3-3 0,5 4 0,-1 0 0,1 0 0,-1 0 0,1 0 0,-1-5 0,1 4 0,-1-3 0,-3 4 0,-2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26.5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91 0 24575,'10'0'0,"-1"0"0,1 0 0,-1 0 0,1 0 0,-1 0 0,1 0 0,-1 0 0,1 0 0,-24 0 0,10 0 0,-24 0 0,13 0 0,0 0 0,1 0 0,4 0 0,1 0 0,-1 0 0,0 0 0,1 0 0,-1 0 0,1 0 0,-1 0 0,5 0 0,0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5.1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59 15 24575,'5'-5'0,"0"1"0,0-1 0,4 4 0,-8 1 0,3 6 0,-4 3 0,0 1 0,0-1 0,0 1 0,0-1 0,0 1 0,0-1 0,-4-4 0,3 4 0,-8-8 0,4 3 0,-5-4 0,0 0 0,1 0 0,-1 0 0,5-4 0,1-1 0,4-5 0,4 0 0,1 5 0,0-4 0,4 4 0,-4-4 0,5 3 0,-1-2 0,1 7 0,-1-4 0,1 5 0,-1 0 0,1 0 0,-1 0 0,1 0 0,-1 0 0,-4 5 0,4 0 0,-8 4 0,7 1 0,-7-1 0,4 1 0,-5-1 0,0 5 0,-5-3 0,0 2 0,0-3 0,-4-1 0,4-3 0,-5-2 0,-4-4 0,8-4 0,2 3 0,5 5 0,3 2 0,-4 8 0,0-5 0,0 1 0,0-1 0,0 1 0,0-1 0,0 1 0,-4-5 0,-6-1 0,-1-4 0,-7-4 0,4-1 0,-6-5 0,6 0 0,4-3 0,1 2 0,8-3 0,-3 5 0,8 3 0,2 2 0,3 4 0,1 0 0,-1 0 0,1 0 0,-1 0 0,1 0 0,-1 0 0,5 0 0,-4 4 0,8-3 0,-7 8 0,3-8 0,-5 3 0,1 0 0,-1-3 0,-4 8 0,-5-8 0,-9-6 0,2-1 0,-1-8 0,8 5 0,0-1 0,0 5 0,0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8.1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24575,'9'0'0,"1"0"0,4 0 0,-4 0 0,8 0 0,-7 0 0,11 0 0,-6 0 0,3 0 0,-6 0 0,-3 0 0,-1 0 0,5 0 0,-8 0 0,3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8.9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24575,'10'0'0,"-1"0"0,1 0 0,3 0 0,2 0 0,0 0 0,-1 0 0,-5 0 0,1 0 0,-1 0 0,1 0 0,-1 0 0,1 0 0,-5 0 0,-1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3:59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1 24575,'0'9'0,"0"36"0,0-12 0,0 30 0,-12 20 0,3 9 0,-5 1 0,8-26 0,6-29 0,0-20 0,-4 11 0,3-14 0,-4-2 0,5-3 0,0-5 0,0-1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0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1 164 9527,'5'-10'0,"-1"0"5115,1 5-5115,-4-3 2611,7 2-2611,-7-3 1539,8-1-1539,-8-4 5783,7 4-5783,-2-4 0,3 4 0,1 0 0,-1 5 0,-4-3 0,4 2 0,-4 1 0,5-4 0,-1 8 0,-4-7 0,4 7 0,-4-4 0,5 10 0,-5 0 0,3 9 0,-2 0 0,-1 5 0,-1 0 0,-4 0 0,0 0 0,0 0 0,0 11 0,-6 1 0,0 1 0,-6-7 0,7-11 0,-3-5 0,7 5 0,-8-3 0,8 2 0,-8-7 0,4 2 0,0-3 0,-4 5 0,8-1 0,-7-3 0,2-2 0,1-4 0,1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1.5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 24575,'0'13'0,"12"54"0,-9-6 0,9 12 0,-12-16 0,0-39 0,0 11 0,0-10 0,0-4 0,0-2 0,0-12 0,0-16 0,13-13 0,-6-4 0,17-15 0,-11 13 0,3-7 0,-3-2 0,-3 20 0,-3-6 0,2 10 0,-4 9 0,0-4 0,4 9 0,-8-4 0,3 4 0,0-1 0,2 2 0,-1 0 0,-1 3 0,-4-3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2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64 22088,'0'10'0,"0"-1"1203,4-4-1203,-3 4 419,3-4-419,0 5 213,-3-1-213,8 1 652,-4-1-652,5 1 0,-1-5 0,-4 3 0,4-2 0,0-1 0,-2 3 0,10-2 0,-11-1 0,12 3 0,-3-7 0,4 8 0,-5-8 0,15 9 0,-16-8 0,11 4 0,-15-6 0,1 0 0,-1 0 0,5 0 0,-4 0 0,8 0 0,-7 0 0,3-4 0,-9-2 0,-1-7 0,-8-2 0,-3-15 0,-4 9 0,0-8 0,1 14 0,5-3 0,-4 7 0,4-3 0,0 4 0,-4 1 0,8-1 0,-7 5 0,6-4 0,-2 4 0,0 0 0,-1 5 0,-1 5 0,-10 19 0,12-11 0,-20 25 0,1 15 0,-14 16 0,12-7 0,-1-2 0,24-43 0,-4 11 0,6-13 0,-4 0 0,3 3 0,-4-8 0,5 4 0,0-4 0,5-5 0,-4 3 0,7-7 0,-3 4 0,5-5 0,-1 4 0,1-3 0,-1 3 0,1-4 0,-1 0 0,1 0 0,-1 0 0,1 0 0,-1-4 0,1 3 0,-1-8 0,5 4 0,-3-5 0,3 5 0,-5-4 0,5 4 0,-4-4 0,4-1 0,-4 0 0,-5 5 0,-1 1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04.1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158 601 24575,'-9'-5'0,"-6"5"0,-15 1 0,4 7 0,-3-7 0,14 3 0,1 1 0,4-4 0,5 7 0,1-3 0,4 5 0,0-1 0,0 1 0,0-1 0,0 5 0,0-3 0,0 17 0,0-15 0,4 11 0,-3-15 0,3 1 0,1-5 0,-4 4 0,7-8 0,-3 3 0,1 0 0,-2-7 0,0 2 0,-3-9 0,8 1 0,-2-15 0,18-25 0,-4-19 0,8 0 0,-14 15 0,2-7 0,-4 23 0,3-16 0,-3 14 0,-1 7 0,0 0 0,-5 3 0,-3 14 0,1-3 0,-4 3 0,3-4 0,0 4 0,-3 1 0,3 0 0,-4 4 0,0-4 0,5 4 0,-4 1 0,3-1 0,-4 1 0,4-5 0,-3 3 0,3-3 0,-4 5 0,5-1 0,-4 9 0,3 6 0,-4 41 0,-11 18 0,-2 11 0,3 10 0,-1 1-901,-2-3 1,-2-1 900,2 2 0,0-1 0,4-14 0,0-3 0,1-4 0,0 1 0,0 15 0,2-4-396,6 15 396,0-22 0,0-18 0,0-11 0,0-25 0,0 11 1763,0-14-1763,0-1 0,0-4 0,0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39.8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 24575,'14'0'0,"0"0"0,1 0 0,3 0 0,-7 0 0,2 0 0,-3 0 0,-1 0 0,1 0 0,-1 0 0,1 0 0,-1 0 0,-3-5 0,-2 4 0,-4-3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0.9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24575,'14'4'0,"-4"-3"0,4 3 0,-4-4 0,3 4 0,-2-3 0,7 8 0,-3-8 0,12 3 0,-6 0 0,7-3 0,-9 4 0,-5-5 0,4 0 0,-3 0 0,4 4 0,9-3 0,-12 3 0,11-4 0,-17 0 0,4 0 0,-4 0 0,-1 0 0,1 0 0,-1 0 0,1 0 0,-5 0 0,-1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3.3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1 24575,'-9'0'0,"-1"0"0,5 8 0,-4-1 0,8 6 0,-3 1 0,4-3 0,0 2 0,-4-3 0,2-1 0,2 1 0,1-1 0,4 1 0,-1 4 0,-3-4 0,7 4 0,-6-4 0,2-1 0,-4-4 0,0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4.5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24575,'5'10'0,"-4"3"0,3-2 0,-4 3 0,0-5 0,0 1 0,0-1 0,0 1 0,0-1 0,0 1 0,0-1 0,0-3 0,0-2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5.5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24575,'0'14'0,"0"-3"0,0 6 0,0 8 0,0-7 0,0 10 0,0-18 0,0 19 0,0-8 0,0 5 0,0-8 0,0-8 0,4-1 0,-3 1 0,4-5 0,-5-1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49.2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49 24575,'5'-10'0,"4"1"0,9-1 0,-1 1 0,10 3 0,-12 2 0,-1 4 0,-5 0 0,1 0 0,-5 8 0,-5-1 0,-5 11 0,-1-8 0,-2 8 0,2-7 0,-3 7 0,3-4 0,-2 5 0,7-4 0,-8 3 0,8-7 0,-3 7 0,0-8 0,-2 4 0,1-4 0,1-1 0,-1-4 0,4 4 0,-7-8 0,3-1 0,-1-6 0,2-7 0,4 2 0,0-3 0,-4 4 0,3-3 0,-4 2 0,10-11 0,0 10 0,4-6 0,1 8 0,-1-4 0,1 4 0,-5-4 0,4 9 0,-4 0 0,4 5 0,1 0 0,-1 0 0,1 4 0,-5 2 0,-1 3 0,1 1 0,-4 4 0,9 10 0,-8-6 0,4 6 0,-6-15 0,0 1 0,0-1 0,0 1 0,0-1 0,-5 1 0,0-1 0,-4 1 0,3-1 0,-2 5 0,-2 1 0,-1 0 0,2-2 0,0-7 0,4-2 0,-5-4 0,1-5 0,3-4 0,-2-2 0,7-7 0,-8 3 0,8 0 0,-3 2 0,4-1 0,0 3 0,0-3 0,0 0 0,0 4 0,0-8 0,0 7 0,0-3 0,0 4 0,4 1 0,1 4 0,5 0 0,-1 5 0,1 0 0,-1 0 0,5 0 0,5 5 0,-3 0 0,2 0 0,-13 4 0,-1 0 0,-4 2 0,0 7 0,0-4 0,0 1 0,0 3 0,-4-3 0,3 4 0,-7 0 0,7-4 0,-4-2 0,1-3 0,3-1 0,-8-3 0,4-2 0,-5-4 0,1-4 0,4-2 0,-4-3 0,8-5 0,-3 3 0,4-7 0,4 7 0,-3-2 0,7 3 0,-7 0 0,8 5 0,-8-3 0,7 6 0,-7 7 0,8 1 0,-8 8 0,3-1 0,-4-2 0,-4 7 0,-6 5 0,0-2 0,-4 7 0,0-13 0,3-2 0,-3-3 0,5-1 0,-1 1 0,1-1 0,-1-8 0,5-2 0,0-13 0,5 4 0,0-4 0,0 8 0,0 2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56.2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24575,'5'5'0,"0"-1"0,4-4 0,1 0 0,4 0 0,-4 0 0,4 0 0,-5 0 0,1 0 0,-1 0 0,1 0 0,-1 0 0,1 0 0,-1 0 0,-8 0 0,-6 0 0,-10 0 0,-4 0 0,4 0 0,-13 0 0,15 0 0,-11 0 0,14 0 0,0 0 0,1 0 0,-1 0 0,1 0 0,-1-4 0,0 3 0,1-3 0,3 4 0,2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4:59.7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97 24575,'-4'5'0,"-1"4"0,-5-4 0,0 0 0,1 4 0,-5-8 0,3 3 0,-3-4 0,5 0 0,-1 0 0,1 0 0,-1 0 0,0 0 0,1-4 0,-1 3 0,5-8 0,1 4 0,-1-1 0,4-2 0,-3 2 0,4-3 0,0-1 0,4 5 0,-3-4 0,8 4 0,-4-5 0,4 5 0,1-3 0,-1 6 0,1-2 0,-1 0 0,1 3 0,-5 1 0,4 1 0,-8 7 0,7-11 0,-7 2 0,12-9 0,-11 1 0,11 3 0,-8 2 0,4 8 0,-3 2 0,-2 3 0,-4 1 0,0-1 0,0 1 0,0-1 0,0 1 0,0-1 0,0 1 0,0-1 0,0 1 0,-4-1 0,3 1 0,-4-1 0,1-3 0,3 2 0,-3-3 0,-1 1 0,4 2 0,-7-7 0,3 3 0,-5-4 0,0 0 0,1 0 0,-1 0 0,0 0 0,5-4 0,1-1 0,0-5 0,3 0 0,-4 1 0,5-5 0,0 3 0,0-3 0,0 5 0,0-5 0,0 3 0,0-2 0,4 7 0,2 2 0,3 4 0,1 0 0,-1 0 0,-3 4 0,-2 1 0,-4 5 0,4 4 0,-3-4 0,3 4 0,-4-5 0,0 1 0,0-1 0,0 1 0,-4-5 0,3-5 0,-3-5 0,8-5 0,-3 1 0,7-5 0,2-1 0,0 4 0,4 3 0,-9 12 0,4 1 0,-8 5 0,3-1 0,0-3 0,-3 2 0,4-3 0,-5 5 0,0-1 0,0 1 0,-5-5 0,4 3 0,-3-6 0,4 2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4.9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 22596,'4'-5'0,"1"1"964,5 4-964,-1 0 333,1 0-333,-1 0 168,1 0-168,-1 0 514,1 0-514,-5 4 0,4-3 0,-4 12 0,0-7 0,4 8 0,-8-5 0,3 1 0,-4-1 0,0 1 0,0-1 0,0 1 0,0-1 0,-4-4 0,-2 0 0,-3-5 0,-1 0 0,0 0 0,1 0 0,3-5 0,-2 4 0,3-7 0,-1 2 0,2 1 0,4 1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5.6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0 116 24575,'0'-10'0,"5"1"0,-4-1 0,7 0 0,-3 1 0,5-1 0,-1 1 0,1-5 0,-1 3 0,1-3 0,-1 9 0,1 1 0,-5 8 0,-1 1 0,-4 5 0,0-1 0,0 1 0,0-1 0,0 1 0,0-1 0,0-4 0,0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6.6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98 24575,'1'4'0,"-2"2"0,-9-1 0,5 3 0,7-25 0,-1 12 0,18-33 0,-7 20 0,6-7 0,-4 16 0,-4 0 0,-5 12 0,-1-2 0,-8 9 0,3-1 0,-4-3 0,5-2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7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641 912 24575,'-5'10'0,"-4"-5"0,0 3 0,-6-2 0,4 3 0,-2 1 0,4-1 0,-2-3 0,-7-2 0,7-13 0,-39-74 0,16 28 0,-4-6-1445,1-5 0,-3-7 0,0 1 1445,2 7 0,-1 0 0,2 0 0,3 0 0,1 1 0,4 5-37,1 3 1,5 7 36,-2-17 0,21 60 0,4 7 0,0 5 0,0-2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8.2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24 357 24575,'-12'-32'0,"4"-28"0,4 15 0,14-41 0,-1 30 0,11 3 0,-8 33 0,-2 15 0,-2 15 0,-7 15 0,3-4 0,-4 4 0,0-7 0,-4-3 0,3-9 0,-3-3 0,4-12 0,0 3 0,0 2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8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24575,'6'4'0,"-2"1"0,-4 5 0,0-1 0,0 36 0,0-12 0,0 29 0,0-30 0,0-3 0,0 0 0,-4-7 0,-2 3 0,-3-16 0,-1-9 0,0-9 0,1-6 0,-16-35 0,15 31 0,-9-20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29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476 295 12164,'-6'-5'0,"2"0"4786,0-5-4786,3 1 2159,-8 3-2159,8-2 1212,-12 3-1212,3-5 4254,-19-8-4254,-24-9 0,-36-15 0,16 4 0,4 7 0,30 11 0,22 6 0,-13 1 0,20-1 0,-3 9 0,12-4 0,-3 8 0,4-3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0.3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24575,'5'4'0,"4"6"0,-4 0 0,13 18 0,-11-15 0,5 11 0,-12-14 0,0-1 0,0 1 0,5-5 0,4-9 0,6 2 0,4-11 0,10 12 0,-12-4 0,7 5 0,-10 5 0,-4 4 0,4 2 0,-4 7 0,-1-8 0,-3 4 0,-2-4 0,-4-1 0,0-4 0,0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1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10 160 24575,'-4'-14'0,"3"-1"0,-4-4 0,5 4 0,0 1 0,0 4 0,5 5 0,0 1 0,0 8 0,4-3 0,-8 7 0,7-6 0,-7 6 0,3-11 0,-4-3 0,0-8 0,5-6 0,0 1 0,4 9 0,-3-3 0,2 12 0,-7 1 0,3 9 0,-4 2 0,0 3 0,-4-1 0,3-2 0,-8 3 0,8-9 0,-3-1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2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74 17363,'-14'-5'0,"3"4"3216,2-7-3216,4 2 1237,10-3-1237,0-5 653,0 3-653,-1-3 2106,1 9-2106,-4 5 0,3 1 0,-4 3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2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10 642 24575,'-5'10'0,"0"-9"0,5-7 0,5-9 0,-4-4 0,27-52 0,2-13-1373,18 12 0,7-4 1373,-17 11 0,2 3 0,22 7 0,-2 6 0,-10-4 0,-1 29 0,-34 22 0,-5 2 0,3 10 0,-12 5 0,3 14 0,-4 23 0,-12 37 658,-2-21 0,-2 0-658,4-18 0,-1-1 0,-8 7 0,1-8 0,6-20 0,-8 0 0,12-18 0,-4 0 0,4-6 0,1-4 1430,-1-8-1430,0-3 0,-1-18 0,5 16 0,0-6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3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0 330 8191,'30'-11'0,"-9"1"5063,4-2-5063,-11 7 2818,-9-4-2818,5-11 1719,-4 3-1719,38-64 6784,-10 30-6784,16-24 0,-23 45 0,-14 22 0,-3 12 0,-5 1 0,9 40 0,-1 13 0,-1 1 0,-2 5 0,-16-32 0,0-5 0,-2-3 0,0-19 0,7 0 0,-3-5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3.9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64 24575,'-1'5'0,"2"-5"0,8-6 0,1-7 0,-1 2 0,5-7 0,-8 7 0,7 2 0,-12 9 0,3 5 0,-4 4 0,0 1 0,0 4 0,-4 0 0,3 1 0,-8-5 0,8-2 0,-7-7 0,7 8 0,-4-8 0,5 3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34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98 670 24575,'-19'0'0,"4"0"0,1 0 0,4 0 0,5-4 0,1-2 0,4-3 0,0-1 0,0 1 0,-14-78 0,11 58 0,-6-47 0,4-11 0,17 2 0,1 22 0,7 0 0,6 15 0,7 9 0,46 4 0,-11 16 0,-20 19 0,-10 12 0,-29-5 0,14 15 0,-22-7 0,3 4 0,0 0 0,-2-4 0,2-6 0,-4-5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5:52.7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9886 24575,'5'-5'0,"0"-4"0,4 8 0,15-9 0,-11 4 0,46-21 0,-26 11 0,20-9 0,28-7 0,-49 18 0,29-10 0,0-2 0,-29 7 0,29-6 0,1 0 0,-30 6 0,49-12 0,-29 5 0,-19 11 0,16-10 0,-3 0 0,-20 11 0,19-14 0,0-1 0,-16 11 0,30-27 0,-40 34 0,10-11 0,19-9 0,5-4-2501,17-21 2501,-14 12 0,11-6 0,-8 5 0,-13 11 0,-1 1 0,16-20 0,4-2 0,11 3 0,3 0 0,-19 11 0,2-3 0,0 1-1186,-1 0 1,0-1-1,4-2 1186,2-1 0,5-3 0,-1 1 0,-10 7 0,2 2 0,-5 0-865,-3-2 0,3-4 0,0 1 865,4 1 0,0 1 0,-8 4-903,-14 6 1,1-1 902,31-23 0,12-8 0,-16 12 766,-9 10-766,-3-3 0,11-10 0,-11 10 0,3 3 0,-7 1 0,7-7 0,-10 9 0,-5 6 0,1-1 0,-2 1 2642,-11 10-2642,12-9 0,3-3 0,18-20 1092,-20 20 0,3-2-1092,14-8 0,-2 1 0,10-12 0,-13 19 0,-1-2 0,8-22 0,10 6 0,0-1 0,2-1 0,-30 24 0,1 0 741,34-25 0,-2 2-741,0-1 0,0 0 0,2 1 0,-1-2 0,-5-2 0,-23 22 0,8-4 0,-9 5 0,9-13 0,-5 13 0,11-5 0,-7 4-397,-9 5 0,-1 0 397,11-6 0,7-4 0,-6 3 0,-5-1 0,-3 2 0,1 0 0,0-1 0,0 0 0,1 0 0,-1 0 0,0 1 0,-4 7 0,0 1 0,3-7 0,0 1 0,-2 4 0,-2 3 0,30-27 0,-31 21 0,5-2 0,25-11 0,2-1-976,-17 5 0,3 0 976,-2 5 0,7-2 0,-7 2 0,4-10 0,-5 2 0,0 6 0,0 0-379,7-6 1,0-1 378,-15 10 0,1-2 0,-1 4 0,3-2 0,-2 1 0,4-6 0,0-1 0,-4 7 0,2-1 0,-3 2 0,2-4 0,-2 2 0,5 0 0,0-1 0,5-9 0,-2 0 0,-7 7 0,1 0 0,10-5 0,6-3 0,-2 0 0,4-3 0,-2 1 0,-18 14 0,-1 1 0,3-3-418,5-3 1,6-3 0,-1-1 0,-5 3 417,0-4 0,-5 2 0,1 1 0,7 1 0,1 1 0,0-1 0,-1-4 0,1 0 0,-1 1 0,1 4 0,-1 1 0,1-1 0,-1-4 0,1-2 0,-1 2 0,1 2 0,0 2 0,-1-1 0,-1 2 0,0 1 0,-2-1 0,-3 2 0,-1 0 0,0 1 0,4 2 0,1 1 0,-2 0 0,14-16 0,-1 1 589,8-1 1,-1 2-590,-12 10 0,-2 1 0,-5-1 0,-1 0 84,0 0 0,-1 1-84,-10 7 0,0 1 0,3-8 0,0 2 312,-8 14 0,1 0-312,13-15 0,0 0 0,-12 15 0,0 0 0,12-14 0,0-2 0,-9 8 0,0-1 0,10-1 0,1-1 0,-5-5 0,-1 2 0,2 11 0,-2 1 0,-10-10 0,-2 1 0,43-12 0,-42 12 0,0-1 0,37-22 0,-34 27 0,1-2 0,-4-2 0,-1 0 0,39-24 0,-34 28 0,-1-1 0,22-32 0,-4 24 3176,-22 3-3176,-14 19 169,-14 9-169,-2 3 2123,-3-2-2123,-1 2 1117,1 1-1117,4-4 0,-4 4 0,4-4 0,-5-1 0,-3 5 0,-2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1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1657 24575,'18'23'0,"-3"-9"0,0 15 0,6-1 0,-10-11 0,12 12 0,-8-10 0,-1 1 0,8 13 0,-14-15 0,13 10 0,-20-18 0,7-5 0,-6 4 0,6-8 0,-3-1 0,5-10 0,8-13 0,25-50 0,-14 20 0,4-8-1690,11-11 0,6-10 0,0 0 1690,-2 6 0,-1 0 0,0 1 0,-3 0 0,0 0 0,4 3-667,11-2 1,4 2-1,-11 8 667,-21 13 0,0 0 0,23-12 0,9-5 0,-10 10 0,4-16-59,-16 24 0,6-7 0,-4 6 59,-3 6 0,-3 4 0,-1-3 0,-3 2 0,17-21 0,-36 50 4353,-3 2-4353,2-3 2623,-3 4-2623,-5 1 0,-1 4 0,-4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9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70 24575,'0'10'0,"4"22"0,-3-12 0,7 17 0,-7-18 0,8-8 0,-8 6 0,7-11 0,-7 8 0,8-5 0,-4 1 0,5 3 0,-1-6 0,1 10 0,8-3 0,-7 2 0,11 2 0,-3-4 0,-7-3 0,5-2 0,-12 0 0,5-8 0,-1 7 0,1-7 0,-1 8 0,1-8 0,-1 3 0,5 0 0,-3-3 0,2 3 0,-3-4 0,-1 0 0,-3-4 0,6-1 0,11-24 0,9 7 0,2-13 0,-9 17 0,14-22 0,-23 24 0,23-23 0,-28 29 0,7-13 0,-12 12 0,3-8 0,-5 6 0,-3 2 0,7-3 0,-7 5 0,4-1 0,-5 0 0,0 1 0,0-1 0,0 0 0,0 1 0,0-1 0,0 1 0,0-1 0,0 0 0,0 9 0,0 21 0,0-2 0,6 26 0,-5-12 0,5 10 0,1-1 0,-6 1 0,5 0 0,-6-10 0,7 7 0,-6 14 0,5 15 0,-6 20-441,0-32 1,0-2 440,0 19 0,0 11 0,0-42 0,-6 9 0,-1 2 0,3 4 0,-3-6 0,1 3 0,6 29 0,-6-30 0,4 30 0,-4-51 0,6 28 881,-6-23-881,4 46 0,-10-35 0,4 14 0,-6-20 0,2-14 0,-2 10 0,2-11 0,0 1 0,1-4 0,1-15 0,-4 1 0,8-1 0,-7-3 0,-7-2 0,7 0 0,-25-3 0,24 3 0,-14-4 0,-18 0 0,24 0 0,-58-10 0,57 8 0,-58-28 0,58 21 0,-36-24 0,46 25 0,-11-8 0,14 10 0,5-3 0,0-1 0,5 1 0,0-1 0,0-4 0,0 3 0,7-17 0,-6 15 0,10-11 0,19-11 0,-14 19 0,19-19 0,-26 26 0,-3-1 0,-2 5 0,-4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09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24575,'9'0'0,"1"0"0,-1 0 0,36 0 0,-12 6 0,29-4 0,-20 10 0,0-10-566,7 7-1,7 2 567,3-9 0,2-1 0,-3 6 0,4-1 0,25-5 0,-8-2 0,-21 1 0,-4 0 0,-4 0 0,-18 0 0,57 0 0,-44 0 0,36 0 0,-51 0 0,-16 0 0,-4 0 0,-6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0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12800,'3'0'0,"3"0"4647,44 0-4647,-13 7 2046,26-6-2046,-35 5 1138,10-6-1138,-21 0 3944,23 0-3944,-9 0 0,-3 0 0,0 0 0,-13 0 0,4 0 0,-5 0 0,4 0 0,-7 0 0,3 0 0,-5 0 0,1 0 0,-1 0 0,5 0 0,-3 0 0,6 0 0,-6 0 0,7 0 0,-7 0 0,6 0 0,8 0 0,-7 0 0,10 0 0,-18 0 0,0 0 0,-6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2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9224,'5'-5'0,"-4"5"5120,3 5-5120,-4 19 0,0 24 0,12 41 2660,-9 5-2660,9-5 0,-12-6 1579,0-36-1579,0 6 5992,0-14-5992,0-7 0,0 0 0,0-7 0,0-12 0,0-3 0,0-13 0,0-4 0,0-22 0,10-24 0,-1 6 0,9-14 0,4-1 0,4 5 0,11-31 0,-11 50 0,-14 20 0,7-21 0,-4 17 0,-3-3 0,-2 11 0,-2 9 0,-3 1 0,1 8 0,4 16 0,-8-7 0,11 49 0,4 16 0,1 16-641,-2-23 1,-1 2 640,-8-6 0,-1-11 0,3-24 0,-8 35 0,3-18 0,-4-31 0,4 31 0,-3-39 1281,8-9-1281,-8-3 0,7-16 0,23-18 0,0-13 0,5-6 0,4 6 0,0-1-337,-4-6 0,-3 3 337,17-16 0,-13 26 0,-5-1 0,13-9 0,-25 21 0,1 3 0,-14 14 0,5 1 0,-6 4 674,3 1-674,-4-1 0,4 5 0,-8 5 0,3 5 0,0 9 0,-3 1 0,10 14 0,0 23 0,8 16 0,-7 0 0,4-5 0,-14-21 0,4-11 0,-6-6 0,4-7 0,-3-3 0,3 0 0,-4-6 0,0-4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0 257 24575,'4'-10'0,"2"1"0,3-1 0,-3 1 0,2-1 0,-3 0 0,5 1 0,-1-5 0,9-1 0,-6-4 0,10 4 0,-11 1 0,7 0 0,-4 4 0,1 0 0,-1 2 0,-5 6 0,1-2 0,-5 8 0,4 2 0,-2 18 0,3-7 0,1 12 0,-6-10 0,6 10 0,0 32 0,4-11 0,-4 11 0,-4-37 0,-7 5 0,0-12 0,0 12 0,0-10 0,0 0 0,-5 0 0,4-4 0,-3-1 0,0-1 0,3 2 0,-8 0 0,4-1 0,-1-5 0,-2 5 0,3-4 0,-1 4 0,-2-4 0,2-1 0,-3 1 0,3-1 0,8-22 0,0 8 0,34-44 0,-17 18 0,26-22 0,-17 11 0,17-10 0,-21 17 0,11-1 0,-23 8 0,6 0 0,-5-4 0,5 3 0,-4 10 0,-8 0 0,7 4 0,-12 1 0,7 0 0,-2-1 0,-1 1 0,3-5 0,-2 5 0,-1-1 0,3 1 0,-7 4 0,4 1 0,-1-5 0,1 3 0,0-3 0,4 5 0,-8-5 0,3 12 0,-4-2 0,-10 49 0,3-22 0,-13 58 0,3-24 0,-5 32 0,8-39 0,1-3 0,0 13 0,-1-5 0,14-37 0,0-4 0,0 1 0,0-1 0,0-5 0,0 1 0,0-1 0,4-3 0,-3 2 0,7-7 0,-2 8 0,3-8 0,1 7 0,8-3 0,8 7 0,-1-2 0,5-3 0,-16 1 0,4-6 0,-7 2 0,3-4 0,-5 0 0,1 0 0,-5 0 0,-1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4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24575,'5'4'0,"-1"2"0,0 3 0,2 5 0,-1-4 0,-1 18 0,6 21 0,-8 19 0,8-10 0,-10 23 0,6-45 0,-4 17 0,4-14 0,-6-21 0,4 10 0,-3-18 0,4 4 0,-5-4 0,0-1 0,0 1 0,0-5 0,0-1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5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24575,'14'0'0,"32"0"0,12 0 0,10 0 0,4 0 0,-1 0 0,-8 0 0,0 0 0,-3 0 0,-29 0 0,-6 0 0,-11 0 0,-9 0 0,-1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6.6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24575,'0'24'0,"0"3"0,12 57-2027,-10-29 1,-1 4 2026,5 10 0,0 3 0,-6 7 0,0-1 0,6-8 0,0-5 0,-3 29 0,3-31 0,0-1 0,-6 32 0,0-10 0,0-31 0,0-4 1253,0-12-1253,0 11 662,0-24-662,0-10 0,0-4 0,0 4 2138,0-5-2138,0 1 0,0-1 0,0 1 0,0-1 0,0 1 0,0-1 0,0 1 0,0-1 0,0 1 0,0-1 0,4-8 0,-3-2 0,8-12 0,-2-13 0,7 5 0,7-19 0,-5 23 0,1-7 0,-7 10 0,-1 8 0,1-7 0,-1 12 0,-3-8 0,2 8 0,-3-3 0,5 4 0,-1 0 0,1 0 0,-1 0 0,1 0 0,-1 0 0,1 0 0,-1 0 0,-3 4 0,2-3 0,-2 4 0,-1-1 0,3 1 0,2 9 0,-4-4 0,7 4 0,-8-4 0,5 3 0,-5-2 0,3 7 0,-2-8 0,-1 4 0,3 0 0,-7-4 0,8 8 0,-8-7 0,3 7 0,0-8 0,-3 4 0,4-4 0,-5-1 0,0 1 0,0-1 0,0 1 0,-5-5 0,4 3 0,-7-7 0,7 8 0,-8-8 0,8 7 0,-8-7 0,4 8 0,-9-8 0,4 7 0,-19-7 0,16 4 0,-15-5 0,13 0 0,-4 0 0,0 0 0,0 0 0,0-5 0,-1 4 0,-9-9 0,12 4 0,-7-1 0,14 2 0,0 1 0,1 3 0,-1-3 0,1 4 0,-1-4 0,0 3 0,5-8 0,-3 4 0,7-5 0,-8 5 0,8 0 0,-3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8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24575,'9'0'0,"1"0"0,4 0 0,-4 0 0,4 0 0,0 0 0,-4 0 0,4 0 0,0 0 0,1 0 0,14 0 0,2 0 0,11 0 0,0 0 0,-10 0 0,7 0 0,-7 0 0,10 0 0,21 0 0,-16 0 0,15 0 0,-20 0 0,0 0 0,0 0 0,0 0 0,-10 0 0,-3 0 0,0 0 0,-7 0 0,17 7 0,-18-6 0,19 5 0,-9-6 0,11 0 0,-10 0 0,-3 0 0,-10 0 0,10 0 0,-7 0 0,7 0 0,-10 0 0,0 0 0,-4 0 0,-1 0 0,-5 0 0,-4 0 0,0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19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24575,'15'0'0,"3"0"0,-4 0 0,1 0 0,3 0 0,-7 0 0,7 0 0,-8 0 0,4 0 0,0 0 0,-4 0 0,4 0 0,0 4 0,-4-3 0,4 4 0,10-5 0,-11 4 0,23-3 0,-23 7 0,14-7 0,-17 4 0,8-5 0,-7 0 0,7 0 0,6 0 0,6 0 0,2 0 0,-5 0 0,-12 4 0,-1-3 0,-5 3 0,1-4 0,-1 0 0,-3 0 0,-2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3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24575,'14'0'0,"30"0"0,-18 0 0,73 0 0,-36 0-1700,1 0 1,3 0 1699,27 0 0,-40 0 0,1 0 284,2 0 0,-4 0-284,10 0 669,18 0-669,-29 0 0,-15 0 0,44 0 1740,-44 0-1740,26 0 422,-21 0-422,-15 5 0,12-4 0,9 3 0,-1-4 0,16 0 0,-3 0 0,-23 0 0,21 0 0,-6-10 0,-5 8 0,6-8 0,-14 10 0,-7 0 0,0 0 0,49 0 0,-49 0 0,25 0 0,8 0-967,19 0 967,-16 0 0,-1 0 0,17 0 0,-19 0 0,-7 0 0,-26 0 0,29 0 0,0 0 0,-29 0 0,17 0 0,4 0 0,5 0 0,0 0 0,23 0 0,-54 0 0,33 0 967,-8 0-967,-5 0 0,6 0 0,-1 0 0,-10 0 0,20 0 0,-2 0 0,-28 0 0,39 0 0,-52 0 0,10-7 0,-7 6 0,3-5 0,24 6 0,-31 0 0,31 0 0,-34 0 0,14 0 0,-12 0 0,12 0 0,-15 0 0,1 0 0,-1 0 0,-5 0 0,1 0 0,4 0 0,-4 0 0,8 0 0,-7 0 0,7 0 0,-8 0 0,4 0 0,-5 0 0,1 0 0,4 0 0,-4 0 0,4 0 0,-9 0 0,-1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5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24575,'0'9'0,"13"15"0,-6-7 0,15 17 0,-3-4 0,-4-4 0,3-1 0,-8-7 0,-1-3 0,-4-1 0,4-4 0,-8 3 0,7-7 0,-7 8 0,4-5 0,-1 1 0,-3-1 0,3 1 0,0-1 0,-3 1 0,4-1 0,-5 5 0,0-4 0,0 4 0,0-4 0,0 3 0,0 2 0,0 0 0,0 3 0,0-8 0,0 4 0,0-4 0,0-1 0,0 1 0,0-1 0,0 5 0,0-4 0,-5 8 0,4-3 0,-7 4 0,7-4 0,-8 3 0,8-7 0,-3 2 0,4-3 0,-4-5 0,2 3 0,-2 2 0,4 1 0,-4-2 0,3 0 0,-3-4 0,-1 4 0,4 13 0,-7-9 0,7 9 0,-8-12 0,8-1 0,-3 1 0,4-1 0,-5 1 0,4-1 0,-3 1 0,0-1 0,3 1 0,-8-1 0,8 5 0,-7-3 0,7 2 0,-4-3 0,5-5 0,0-1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7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1 423 24575,'6'-24'0,"-5"11"0,10-15 0,0-1 0,0 10 0,5-13 0,-11 17 0,4 4 0,-4-6 0,4 7 0,1-5 0,8-14 0,-7 16 0,7-15 0,-9 17 0,1-3 0,8-8 0,-7 9 0,7-9 0,-4 8 0,-8 4 0,7 0 0,-8 1 0,5 8 0,-5-7 0,4 7 0,-4-4 0,4 5 0,-3 5 0,2-4 0,-1 22 0,3-15 0,2 21 0,-7-15 0,4 1 0,2 18 0,0-15 0,1 11 0,-4-15 0,-7 0 0,7-4 0,-6 4 0,2 0 0,-4 0 0,4 1 0,-3 13 0,3-15 0,-4 11 0,0-14 0,0-1 0,0 1 0,0 3 0,0-2 0,0 3 0,0-5 0,0 1 0,0 3 0,-4-2 0,3 3 0,-3-5 0,-1 1 0,4 4 0,-7-4 0,7 4 0,-8 0 0,4-4 0,-1 4 0,-2-5 0,3 1 0,-1-1 0,-2-3 0,7 2 0,-8-3 0,4 5 0,-5-1 0,1 1 0,-1-5 0,5 4 0,-4-8 0,4 3 0,-5 0 0,1-3 0,-1 3 0,0-4 0,1 0 0,-1 0 0,0 0 0,1 0 0,-1 0 0,1 0 0,-1 0 0,5-4 0,-4 3 0,8-8 0,-3 4 0,0 0 0,-2-4 0,1 0 0,-4-2 0,8-3 0,-3 5 0,0-5 0,3 3 0,-8-7 0,8 7 0,-3-3 0,0 5 0,2-5 0,-2 3 0,4-7 0,0 3 0,0-4 0,0 0 0,0 0 0,0 0 0,4 4 0,-3 1 0,4 9 0,-5 1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27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24575,'10'0'0,"-1"0"0,1 0 0,-1 0 0,1 0 0,3 0 0,-2 0 0,3 0 0,-5 0 0,1 0 0,4 0 0,-4 0 0,4 0 0,-5 0 0,1 0 0,-1 0 0,1 0 0,-1 0 0,1 0 0,-1 0 0,1 0 0,-1 0 0,1 0 0,4 0 0,-4 0 0,4 0 0,-5 0 0,1 0 0,-1-4 0,1 3 0,-1-3 0,1 4 0,-1 0 0,1 0 0,-1 0 0,1 0 0,-1 0 0,1 0 0,-1 0 0,1 0 0,-1 0 0,1 0 0,-1 0 0,-3 0 0,-2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1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0 24575,'-5'6'0,"4"2"0,-12-3 0,7 5 0,-8-1 0,5 1 0,3-1 0,-2-3 0,7 2 0,-8-7 0,4 8 0,-5-4 0,1 0 0,3 4 0,-2-8 0,2 7 0,-3-3 0,-1 5 0,0-5 0,5 4 0,-3-8 0,2 7 0,1-7 0,1 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2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212 0 12159,'-6'4'0,"-2"-3"4787,7 8-4787,-8-8 2160,8 7-2160,-7-7 1212,2 8-1212,-3 0 4257,-1-2-4257,1 5 0,-1-6 0,0 3 0,1 1 0,-1-1 0,-4 1 0,4-1 0,-4 1 0,4-1 0,0-4 0,1 4 0,-1-8 0,5 7 0,-4-7 0,8 8 0,-7-8 0,7 3 0,-4-4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2.6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282 0 24575,'-5'4'0,"-4"2"0,4-1 0,-5 3 0,1-7 0,4 8 0,-8-4 0,6 5 0,-6-5 0,7 3 0,-2-7 0,2 8 0,-3-8 0,3 7 0,-2-2 0,2 3 0,-3 1 0,-5-5 0,8 3 0,-22 6 0,20-3 0,-16 7 0,14-13 0,5 4 0,-4-4 0,4 0 0,-5 4 0,5-4 0,-4 0 0,4 4 0,0-8 0,0 3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3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259 0 9968,'-9'5'0,"-1"4"5094,0-8-5094,1 7 2538,-1-2-2538,1-1 1482,-1 3-1482,0-2 5493,1-1-5493,-1 3 0,1-2 0,-1-1 0,5 3 0,-4-7 0,8 8 0,-8-8 0,0 7 0,3-2 0,-7-1 0,3 3 0,0-2 0,-4 3 0,-4 1 0,6-5 0,-2 3 0,5-7 0,8 4 0,-3-5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3.6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1 8191,'-19'9'0,"4"1"5063,-3-1-5063,11 1 2818,-5-5-2818,6-1 1719,1 0-1719,-4-3 6784,8 8-6784,-7-8 0,2 3 0,-3 0 0,-1-3 0,5 8 0,-4-8 0,4 7 0,-5-7 0,1 4 0,3-1 0,-2-3 0,3 7 0,-1-7 0,2 4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4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24575,'10'-6'0,"-1"2"0,1 4 0,8 0 0,8 0 0,31 0 0,-20 0 0,11 6 0,5 0 0,31-3 0,10 9 0,-21-8 0,-12-3 0,-35 4 0,20-5 0,-32 0 0,-5 0 0,1 0 0,-5 4 0,4-3 0,-4 3 0,4-4 0,1 0 0,-1 0 0,-3 4 0,-6-3 0,-6 4 0,-3-1 0,-5-3 0,3 3 0,-7-4 0,7 0 0,-2 0 0,3 0 0,0 0 0,1 0 0,-1 0 0,5 0 0,1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36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24575,'0'10'0,"0"-1"0,0 5 0,10 32 0,-1-9 0,8 26 0,-3-22 0,0 1 0,-2-10 0,1 7 0,-3-17 0,17 38 0,-17-37 0,13 26 0,-21-35 0,6 5 0,-7 0 0,7-4 0,-6 3 0,2-3 0,0 4 0,-3 0 0,3 0 0,-4 0 0,0-4 0,0 13 0,0-15 0,0 11 0,0-15 0,0 1 0,0-1 0,0 1 0,0-9 0,5-2 0,-4-44 0,9 12 0,1-51 0,2 47 0,4-23 0,-7 38 0,2-3 0,-3 7 0,1 8 0,-1-4 0,1 9 0,-1-4 0,1 4 0,-1-1 0,1 2 0,-1 4 0,1 0 0,-1 4 0,-3 2 0,6 7 0,-1 6 0,8 1 0,-4 4 0,-6-10 0,4 4 0,-11-3 0,6 0 0,-3-1 0,-4-5 0,3 1 0,-4 3 0,0 2 0,0 0 0,0-1 0,0-5 0,0 1 0,-4-1 0,2 1 0,-2-1 0,0 1 0,-1-1 0,-1 1 0,-2-5 0,2 3 0,-8-2 0,4-1 0,-4-1 0,4-4 0,1 0 0,-15-6 0,-4-2 0,1-4 0,-2 1 0,14 1 0,1 5 0,-5-4 0,5 8 0,3-3 0,2 4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51.3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24575,'9'0'0,"1"0"0,4 0 0,36 0 0,-27 0 0,30 0 0,-28 0 0,-3 0 0,7 0 0,0 0 0,3 0 0,0 0 0,-7 0 0,-7 0 0,-8 0 0,4 0 0,-5 0 0,1 0 0,-1 0 0,1 0 0,-1 0 0,1 0 0,-1 0 0,1 0 0,-5 0 0,-1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6:51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 11485,'4'-5'0,"6"1"4912,0 4-4912,8 0 2278,7 0-2278,-3 0 1293,17-6-1293,-17 4 4607,7-4-4607,-10 6 0,31 0 0,-28 0 0,27 0 0,-38 0 0,3 0 0,-5 0 0,1 0 0,-1 0 0,-4 0 0,0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3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24575,'0'24'0,"0"-11"0,0 11 0,0 0 0,0 24 0,6-1 0,-4 16 0,4-21 0,-2-10 0,3 7 0,-1-22 0,5 11 0,-10-17 0,7 7 0,-3-12 0,1 7 0,2-12 0,-3 3 0,5-4 0,-1-4 0,1 3 0,-1-8 0,1 8 0,4-7 0,0-2 0,1-1 0,-1-2 0,-5 3 0,1-4 0,-1 4 0,1-4 0,-1 0 0,3-11 0,-6 7 0,4-6 0,-3 0 0,-1 11 0,6-25 0,-6 25 0,8-26 0,-9 26 0,6-11 0,-10 14 0,15-14 0,-13 11 0,14-15 0,-12 17 0,1-3 0,2 9 0,-7 9 0,3 46 0,-4 31 0,0-31 0,0 2 0,0 4 0,0-2 0,0 35 0,0-31 0,0 2 0,0-29 0,0 11 0,0-10 0,0 28 0,-6-23 0,0 16 0,-7-14 0,3-17 0,2 3 0,0-8 0,3-2 0,-5-4 0,0 1 0,1-2 0,-5 1 0,3 2 0,-7-3 0,3-1 0,-4 1 0,4-5 0,1 4 0,1-8 0,-12 3 0,7-4 0,-10 0 0,17 0 0,-3 0 0,5-4 0,3-2 0,2-3 0,4-5 0,0 3 0,0-3 0,0 5 0,0 3 0,0 2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24575,'9'0'0,"1"0"0,-1 0 0,5 0 0,-3 0 0,7 0 0,-8 0 0,4 0 0,-5 0 0,1 0 0,-1 0 0,1 0 0,-1 0 0,1 0 0,-1 0 0,-3 0 0,-2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5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24575,'3'0'0,"-1"0"0,12 0 0,-4 0 0,-1 0 0,1 0 0,-1 0 0,1 0 0,-1 0 0,1 0 0,3 0 0,-2 0 0,3 0 0,-9 0 0,-1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6.5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7 24575,'0'9'0,"0"15"0,0 3 0,0 5 0,-4 2 0,2-14 0,-2 3 0,4-8 0,0-2 0,0-16 0,0 1 0,13-26 0,-2 10 0,10-21 0,-7 21 0,2-10 0,-6 13 0,8-4 0,-7 4 0,3 1 0,-5 9 0,-4 5 0,4 5 0,-2 19 0,-1-11 0,6 34 0,-4-17 0,0 6 0,-2 2 0,-2-17 0,-3 5 0,3-3 0,-4-13 0,0 4 0,4-13 0,2-2 0,3-13 0,1-1 0,3-4 0,6-10 0,-7 11 0,9-10 0,-11 13 0,5-4 0,-1 0 0,-1 0 0,-6 4 0,10-3 0,-15 7 0,10 2 0,-11 0 0,4 12 0,-1-6 0,-3 16 0,9 7 0,-8 2 0,8 7 0,-9-10 0,8 0 0,-8-4 0,7-1 0,-7-5 0,4 5 0,-1-4 0,-3 4 0,3-4 0,0-1 0,-3 1 0,4-1 0,-5-4 0,0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7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1 154 21193,'4'-5'0,"-3"-4"1615,7 8-1615,-7-7 571,8 7-571,-4-8 292,0 4-292,4-5 904,-4 5-904,5-4 0,-1 4 0,1-5 0,3 1 0,-2-1 0,3 0 0,-1 1 0,2-1 0,0 1 0,-1-1 0,-5 5 0,1 0 0,-1 10 0,1 0 0,-5 4 0,5 15 0,-4-6 0,8 29 0,-4-23 0,-3 24 0,-3-31 0,-4 7 0,0-10 0,0-4 0,0 8 0,-4 1 0,3-3 0,-8 2 0,8-8 0,-3-1 0,0-4 0,2 4 0,-2-4 0,4-4 0,4-6 0,2-10 0,3-4 0,9-10 0,-11 11 0,16-25 0,-16 29 0,4-18 0,-2 21 0,-8-7 0,7 12 0,-7-7 0,3 7 0,1 1 0,-4-3 0,3 2 0,0 1 0,-3-4 0,3 4 0,1 0 0,-4 5 0,3 5 0,-16 60 0,9-37 0,-9 53 0,12-55 0,0 0 0,0-8 0,4-9 0,-3 1 0,8 4 0,-4-8 0,0 7 0,4-8 0,-4 4 0,4-3 0,1 2 0,-1-3 0,1 1 0,-1-2 0,1-4 0,-5 0 0,-1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8.4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 9381,'5'-10'0,"-1"9"5119,-4 2-5119,7 23 2635,-6 4-2635,5 14 1558,-6-15-1558,0 32 5882,0-26-5882,0 30 0,0-21 0,0-15 0,6 11 0,-4-20 0,4 7 0,-6-7 0,0-8 0,0 4 0,0-5 0,0-3 0,0-2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09.1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24575,'18'-4'0,"8"3"0,-4-3 0,6-1 0,-17 4 0,2-3 0,-3 4 0,-1 0 0,1 0 0,-1 0 0,1 0 0,-1 0 0,1 0 0,-1 0 0,1 0 0,-1 0 0,1 0 0,-1 0 0,-3 0 0,-2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0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1 24575,'0'9'0,"0"15"0,0 4 0,0 21 0,0 4 0,0-11 0,0 16 0,0 4 0,0 12 0,0 20 0,-6-5-591,4-6 591,-4-15 0,-4 25 0,2-24 0,-4-2 0,6-35 0,6-3 0,0-10 0,-4-8 591,3 1-591,-4-19 0,5 5 0,19-45 0,-14 25 0,22-26 0,-19 19 0,6 11 0,6-20 0,-9 25 0,7-16 0,-4 15 0,-4-1 0,8-3 0,-7 11 0,2 7 0,-7 6 0,-2 12 0,0-3 0,1 4 0,1 0 0,2 0 0,-7 0 0,3-4 0,-4 3 0,0-7 0,0 2 0,0-3 0,0-1 0,0 5 0,-4 1 0,-1 0 0,-1-2 0,-2-7 0,7 2 0,-8-7 0,8 8 0,-7-8 0,2 7 0,-3-7 0,-1 3 0,1-4 0,-1 0 0,0-4 0,5-1 0,-4-1 0,8 2 0,-3 4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1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24575,'10'0'0,"8"-4"0,-7 3 0,21-3 0,-4 4 0,4 0 0,28 0 0,-33 0 0,54 0 0,-59 0 0,36 0 0,-11 0 0,-11 4 0,14-3 0,-31 3 0,0-4 0,0 0 0,10 0 0,3 0 0,10 0 0,-11 0 0,9 0 0,-23 0 0,21 0 0,-21 0 0,8 0 0,-7 0 0,-3 0 0,4 0 0,-4 0 0,-1 0 0,-5 0 0,1 0 0,-1 0 0,-4 0 0,0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2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24575,'3'0'0,"-1"0"0,12 0 0,-1 0 0,-2 0 0,7 0 0,-8 0 0,8 0 0,-3 4 0,4-3 0,-4 4 0,3-1 0,-3-3 0,4 3 0,0-4 0,10 0 0,23 0 0,-15 0 0,13 0 0,-31 0 0,0 0 0,0 0 0,0 0 0,0 0 0,0 0 0,0 0 0,0 0 0,0 0 0,0 0 0,-4 4 0,3-3 0,-7 4 0,7-5 0,-8 0 0,4 0 0,-5 0 0,1 0 0,4 0 0,-4 0 0,4 0 0,0 0 0,0 0 0,6 4 0,-6-3 0,4 3 0,-7-4 0,3 0 0,-5 0 0,1 0 0,-5 0 0,-1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495 0 24575,'32'24'0,"20"9"0,6 2 0,13 7-1871,-4-4 1,5 2 1870,-16-8 0,-3-3 0,-6-9 0,0-1 0,9 11 0,-2-2-400,14-7 400,-6 6 330,-30-15-330,7 2 0,-21-4 0,6-3 1769,-11 1-1769,-2-6 1309,3 6-1309,-13 1 0,-51 23 0,-24 8 0,24-1 0,-4 1-592,-17 0 0,-11 1 0,10-2 592,17 1 0,4-3 0,-22-2 0,-1-3 0,17-2 0,0-1 0,-12 6 0,-3 1 0,-9 1 0,5-1-327,28-11 1,2-1 326,-9 1 0,6-5 0,12-9 0,-13 17 0,35-26 0,1 7 604,8-5 1,2-3-1,4 3 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18.4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1 24575,'0'53'0,"0"15"0,0 5 0,0 16-1594,0-29 0,0 3 1594,0 13 0,0-8 0,0-21-161,0 26 1,0 0 160,0-31 816,0 39-816,0-59 0,0 7 0,0-14 1570,0 2-1570,0-6 1123,0 3-1123,-4-5 0,3 1 0,-4-1 0,5 1 0,0-1 0,0 1 0,0-1 0,0-8 0,4-6 0,25-41 0,4-11 0,-10 16 0,15-18 0,-2 1 0,-19 22 0,3 3 0,-5 4 0,-9 15 0,2 9 0,-7-4 0,3 17 0,-8-6 0,3 16 0,-8-4 0,-21 76 0,14-54 0,-6 16 0,1-4 0,9-31 0,-8 22 0,10-26 0,-1 15 0,1-18 0,-4 8 0,3-3 0,2 0 0,0-6 0,4-13 0,0-2 0,-4-12 0,-12-28 0,0 9 0,-11-16 0,9 24 0,4 10 0,4 4 0,6 1 0,-4 4 0,11 1 0,-11-1 0,12 1 0,-8-1 0,4 0 0,-1 5 0,2 1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2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0 24575,'0'10'0,"0"-1"0,-4 14 0,3-7 0,-4 12 0,5-9 0,0 0 0,-4 0 0,3 0 0,-3-4 0,4-2 0,0 1 0,0-3 0,-5 7 0,4-4 0,-3 1 0,4-1 0,0-5 0,0 5 0,-4 1 0,3 0 0,-4-2 0,5-3 0,0 0 0,0 3 0,0-2 0,0 3 0,0-5 0,0 1 0,0-1 0,0 1 0,0-1 0,0 1 0,0-1 0,0 1 0,0-1 0,0 1 0,0-1 0,0 1 0,0-1 0,0 1 0,0-1 0,0 1 0,0-1 0,0 1 0,0-1 0,0-8 0,5-6 0,-4-6 0,7 1 0,-7 2 0,8-2 0,-4-5 0,4-4 0,1 4 0,-1 2 0,1-1 0,-1 3 0,1-3 0,0 5 0,-5-1 0,3 5 0,-7-4 0,8 4 0,-8-5 0,7 5 0,-7-4 0,8 8 0,-12 1 0,1 10 0,-3 0 0,-3 8 0,2-3 0,-3 0 0,-1 3 0,0-4 0,1 1 0,3 3 0,-2-7 0,7 2 0,-3-3 0,-1-5 0,0-1 0,-28-18 0,22 6 0,-20-12 0,26 10 0,-5 1 0,0-1 0,5 0 0,-3 5 0,2-8 0,-3 7 0,3-8 0,-2 9 0,7-4 0,-4 4 0,1-1 0,3-2 0,-3 7 0,4-4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5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 0 12392,'-10'0'0,"1"0"4738,-1 0-4738,0 0 2119,-3 0-2119,-12 0 1185,3 0-1185,-18 0 4141,23 0-4141,-7 0 0,14 0 0,1 0 0,-5 9 0,-1-3 0,-4 12 0,-10 1 0,7 1 0,-7 3 0,10-4 0,4-4 0,1-2 0,4-3 0,5-1 0,1 1 0,4-1 0,0 1 0,0 4 0,0-4 0,0 8 0,0-7 0,4 2 0,1-3 0,5-1 0,-1-3 0,1 2 0,-1-7 0,5 8 0,-4-4 0,8 4 0,-7 1 0,3-5 0,-9 4 0,3-8 0,-2 3 0,-1 0 0,3 1 0,-2 5 0,-1-1 0,3 1 0,-6-1 0,6 5 0,-7-3 0,7 2 0,-6 1 0,2-3 0,-4 2 0,4-3 0,-3-1 0,3 1 0,-4-1 0,0 1 0,0-1 0,0 1 0,0-1 0,-4 1 0,-3 14 0,1-11 0,-5 15 0,6-17 0,-5 7 0,-3-8 0,2 8 0,-17-5 0,10 5 0,-11-5 0,-42 20 0,43-18 0,-37 10 0,51-17 0,3-7 0,-3 3 0,5-4 0,-1 0 0,5 0 0,0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7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135 58 24575,'4'-5'0,"-3"-4"0,-1 8 0,-10-7 0,4 3 0,-7-1 0,8-2 0,-5 7 0,1-4 0,-1 5 0,0 0 0,5-4 0,-3 3 0,2-3 0,-3 4 0,-1 0 0,0 4 0,5 1 0,1 5 0,0-1 0,2 1 0,-2-1 0,4 1 0,0 3 0,0-2 0,4 3 0,-3-5 0,4 1 0,-1-1 0,-3 1 0,3-1 0,0-3 0,-2 2 0,6-7 0,-7 8 0,7-8 0,-2 3 0,3-4 0,1 0 0,-1 0 0,1 0 0,-1 0 0,1-4 0,-5-2 0,-1-3 0,0-20 0,2 11 0,-1-16 0,-1 15 0,0 4 0,-2 1 0,2 13 0,-4 7 0,0 8 0,0 5 0,0-4 0,0-1 0,0 0 0,0-4 0,0 4 0,4-9 0,-3 4 0,8-4 0,-8 4 0,7 1 0,-3-5 0,5 4 0,4-8 0,-4 7 0,4-7 0,-5 8 0,5-4 0,-3 0 0,-2-1 0,-5-4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7.7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40 24575,'0'-9'0,"0"-1"0,0 1 0,0-1 0,0 9 0,0 16 0,-7 13 0,6 34 0,-5-14 0,-1 14 0,6-30 0,-5 7 0,6-17 0,0 3 0,0-11 0,0-1 0,0-2 0,0 3 0,0-5 0,0 1 0,0-1 0,0 1 0,0-1 0,0 1 0,0-1 0,0 1 0,0-5 0,0-1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8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77 251 24575,'5'-4'0,"0"-1"0,-5-5 0,0 1 0,0-1 0,0 0 0,0-4 0,0 4 0,0-4 0,-5 0 0,4-1 0,-7 0 0,7 2 0,-4 3 0,1 0 0,3 9 0,-8-2 0,4 16 0,-5-3 0,5 5 0,-3-1 0,7-5 0,-8 5 0,8 1 0,-3 4 0,-1 0 0,4-4 0,-3-2 0,4 1 0,0 1 0,0 0 0,0-2 0,0-3 0,4-5 0,-3 4 0,8-8 0,-4 3 0,5-4 0,-1 0 0,1 0 0,-1 0 0,1 0 0,-1 0 0,1-4 0,-1-2 0,1-3 0,5-36 0,-2 12 0,4-30 0,-5 31 0,1-7 0,-7 21 0,5-10 0,-10 18 0,7-8 0,-7 7 0,8 1 0,-8 10 0,3 6 0,-4 7 0,0 2 0,0 14 0,0-11 0,6 38 0,-4-34 0,8 22 0,-9-26 0,9 7 0,-4-4 0,8 19 0,-4-23 0,-3 11 0,-3-21 0,-4 1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29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12234,'5'3'0,"-4"-1"4772,7 16-4772,-1 15 0,5 1 2146,2 16-2146,-6-18 1204,-2-7-1204,0 3 4219,-4-15-4219,4 11 0,-6-6 0,0-6 0,0 6 0,0-9 0,0-8 0,0-11 0,0-16 0,10-31 0,-2 10 0,8-5 0,-4 22 0,-3 11 0,1 4 0,-1 1 0,-4 5 0,4-1 0,-8 1 0,7 3 0,-7-2 0,8 7 0,-8-4 0,3 5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0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1134 30 10490,'4'-10'0,"-3"1"5049,8-1-5049,-8 13 2450,3-1-2450,8 68 0,-9-47 1415,20 66-1415,-15-60 5171,9 7-5171,-4 3 0,1-26 0,-6 11 0,5-15 0,-3 1 0,9-1 0,-4-4 0,3 0 0,-8-5 0,4-9 0,-8 3 0,15-23 0,-14 16 0,13-25 0,-8 10 0,-5-4 0,0-7 0,-7-1 0,0 10 0,0-7 0,0 26 0,-5-2 0,4 3 0,-7 0 0,7 9 0,-4 2 0,5 44 0,0 9 0,0 14 0,6-6 0,2 1-726,5 15 726,0-2 0,2-1 0,4-2 0,1 11 0,-3-21 0,4 25-901,-8-21 1,0 2 900,0-9 0,0 0 0,1 16 0,0-1 0,-1-17 0,-1-1 0,-4 11 0,-1 0 0,-1-11 0,0 0 0,-6 9 0,0-1 0,0 29 0,-6-28 0,-1-2 0,0-1 0,-14 4 0,6-54 0,-35-7 0,-8 8 0,-31-12-607,15-9 1,-4-5 606,17-1 0,-3-6 0,-9-10 0,-7-6 0,9 3 0,17 9 0,2 0 0,-32-24 0,-5-5-385,8 4 0,1 1 385,10 2 0,0-3 0,5 3 0,-2-3 0,11 4 0,-17-23 0,15-4 0,44 43 0,8 0 0,6 3 0,10-28 0,-8 25 0,8-12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1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24575,'9'0'0,"36"0"0,-23 0 0,59 0 0,-58 0 0,57 0 0,-26 0 0,-2 0 0,5 0 0,37 0 0,-37 0 0,-4 0 0,4 0 0,-7 0 0,-31 0 0,0 0 0,-4 0 0,-5 0 0,-6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2.5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10 23388,'-10'0'0,"0"0"584,1 0-584,-1 0 199,1 0-199,-1 0 100,0 0-100,5-4 304,-4 3-304,4-4 0,4 5 0,6 0 0,20 0 0,-8 0 0,12 0 0,-19 0 0,4 0 0,-5 0 0,1 0 0,-1 0 0,1 0 0,-1 0 0,1 0 0,-1 0 0,5 0 0,-3 0 0,2 0 0,-3 0 0,-1 0 0,1 0 0,-5 0 0,-1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7.1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0 145 24575,'0'-10'0,"4"1"0,2-1 0,-1 0 0,3 1 0,-2-1 0,3 5 0,-4-4 0,4 4 0,-4 0 0,5-4 0,-1 4 0,1-1 0,-1-2 0,1 7 0,-5-8 0,8 8 0,-7-3 0,8 0 0,-5 3 0,1-4 0,-1 5 0,1-4 0,-1 3 0,1-3 0,-1 4 0,1 0 0,3 4 0,-2-3 0,7 12 0,-3-11 0,4 10 0,10 2 0,-8-7 0,4 10 0,-11-16 0,0 7 0,-4-2 0,4-1 0,-9 3 0,4-7 0,-8 8 0,7-4 0,-2 5 0,3-1 0,1 5 0,-1 1 0,-4-1 0,0 4 0,1 7 0,-5-3 0,6 7 0,-17 21 0,3-23 0,-4 19 0,1-18 0,4-11 0,-6 12 0,-6 0 0,7-7 0,-15 17 0,14-21 0,-14 20 0,10-21 0,-11 23 0,7-23 0,-7 21 0,7-20 0,-3 6 0,8-10 0,-3 0 0,3 1 0,0-5 0,1 7 0,5-15 0,4 11 0,4-12 0,7 3 0,7-4 0,-2 0 0,3 0 0,-5 0 0,5-4 0,-3 3 0,2-3 0,1 4 0,-3 0 0,2 0 0,-3 0 0,-1 0 0,1 0 0,-1 0 0,1 0 0,-1 0 0,1 0 0,-1 0 0,1 0 0,14 0 0,-11 0 0,11 0 0,-11 0 0,2 0 0,0 4 0,3-3 0,-7 3 0,7-4 0,-8 4 0,8-3 0,-7 4 0,2-5 0,-3 0 0,-5 0 0,-1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8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215 1 24575,'-13'36'0,"4"-3"0,-10 5 0,8-8 0,1-16 0,-8 14 0,7-10 0,-7 11 0,8-14 0,1-2 0,-1-3 0,5-1 0,-4 1 0,4-1 0,0 1 0,-4-5 0,8 4 0,-8-4 0,4 5 0,0-1 0,-4-4 0,8 4 0,-7-8 0,7 3 0,-4-4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8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24575,'10'8'0,"3"3"0,6 18 0,1-12 0,7 22 0,-7-22 0,24 33 0,-20-25 0,27 19 0,-30-24 0,4-2 0,-7-4 0,-3-4 0,0-1 0,-2-4 0,-3 4 0,-1-8 0,-3 7 0,2-7 0,-7 8 0,8-8 0,-8 7 0,3-7 0,-4 4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39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96 24575,'0'-15'0,"-4"-3"0,-2 8 0,-7-8 0,2 7 0,-3-3 0,5 9 0,-1 1 0,0 4 0,-4 4 0,4-3 0,-4 7 0,4-2 0,1-1 0,-1 3 0,0-2 0,-3 3 0,2 1 0,-3-1 0,0 1 0,4-1 0,-4 1 0,8-1 0,2 1 0,0-1 0,3 1 0,-3 3 0,4-2 0,0 3 0,0-5 0,0 1 0,4-1 0,-3 1 0,12-1 0,-11 1 0,15-1 0,-11 1 0,8-1 0,-5-4 0,1 0 0,3-1 0,2-3 0,0 3 0,-1-4 0,-5 0 0,1 0 0,-1 0 0,1-4 0,-1-1 0,5-5 0,-4 0 0,4 1 0,0-5 0,-4-1 0,8-4 0,-7 4 0,3-3 0,-5 7 0,1-7 0,-1 3 0,1-4 0,-5 4 0,3 1 0,-7 5 0,4 8 0,-5 2 0,0 8 0,0 1 0,4 3 0,-3-2 0,7 7 0,-7-7 0,8 2 0,-4-3 0,5 4 0,-1-4 0,-3 4 0,6-5 0,-10 1 0,11-5 0,-8 4 0,5-4 0,3 4 0,-2 1 0,3-1 0,-5-3 0,1 2 0,-1-3 0,1 1 0,-5-2 0,-1-4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1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728 87 24575,'0'-9'0,"0"-1"0,-9-4 0,3 3 0,-8 2 0,9 0 0,-4 8 0,4-7 0,-5 7 0,1-8 0,-1 8 0,0-3 0,1 4 0,-1 0 0,1 0 0,3 4 0,-2-3 0,7 7 0,-4-2 0,1-1 0,3 3 0,-3-2 0,4 3 0,0 1 0,0 3 0,0 2 0,4 4 0,-3-4 0,12 3 0,-7-7 0,8-2 0,-5 0 0,1-8 0,-1 3 0,1-4 0,-1 0 0,1 0 0,-1-4 0,1 2 0,-1-6 0,1 7 0,-1-8 0,1 8 0,-5-7 0,4 2 0,-8-3 0,3-5 0,0 3 0,-3-3 0,3 1 0,-4 2 0,0-3 0,0 0 0,0 4 0,6 19 0,-4-5 0,14 42 0,1 9 0,-10-22 0,11 26 0,1 5 0,-7-7-204,-6 7 1,0 3 203,10 11 0,-14 6 0,-2-1 0,6-5 0,-6 22-1540,0-19 1540,0 18 0,0 0 0,0-33 0,0-1 0,0 24-283,0-1 283,0-34 0,0 26 0,0-58 370,-6 39-370,0-40 0,-5 4 0,-3-11 1547,-1-5-1547,-4-3 313,-11 4-313,13-9 0,-82-4 0,57-6 0,-31-13 0,2-4 0,28 7 0,-1-11 0,-4-7-932,3-3 0,2-5 932,0-6 0,2-6 0,-15-17 0,6 0 0,22 26 0,7 2 0,-5-37 0,20 41 0,6 10 0,20-29 0,-15 43 0,15-21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2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1 175 24575,'9'0'0,"1"4"0,4-3 0,1 4 0,35-5 0,-24 0 0,24 0 0,0-10 0,-4 1 0,8-7 0,-16 5 0,-23 5 0,-2 2 0,-7 0 0,-2-1 0,-4-5 0,0 0 0,0 1 0,-4 3 0,-2-6 0,-7 5 0,2-2 0,-3 0 0,4 8 0,1-7 0,-15 0 0,11 2 0,-11-4 0,14 9 0,-4-3 0,4-1 0,-4 4 0,0-3 0,3 4 0,-3 0 0,5 0 0,-1 0 0,1 0 0,-1 0 0,0 0 0,1 4 0,-1-3 0,5 8 0,1-4 0,4 5 0,0-1 0,0 1 0,0-1 0,0 5 0,0-4 0,0 8 0,0 7 0,0-3 0,0 7 0,6 0 0,-5-7 0,10 7 0,-6-14 0,4 3 0,1-8 0,4 4 0,-4-5 0,4 1 0,-5-1 0,5-3 0,-3-2 0,7-4 0,7 0 0,-4 0 0,19 0 0,-19 0 0,18 0 0,-17 0 0,7 0 0,-6 0 0,-11 0 0,1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3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 24575,'0'94'0,"0"-7"0,-5-14 0,0-2 0,2 8 0,-7-19 0,10-28 0,0-5 0,0 1 0,0-13 0,0 0 0,0 3 0,0-8 0,0 4 0,0-4 0,0-1 0,0 1 0,0-5 0,0-1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4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 24575,'9'0'0,"1"0"0,3 0 0,-2 0 0,7 0 0,-3 0 0,4 0 0,-5 0 0,4 0 0,-7 0 0,7 0 0,-8 0 0,19 0 0,-16 0 0,11-4 0,-11 3 0,-2-4 0,3 5 0,-5 0 0,1 0 0,-1 0 0,1 0 0,-5 0 0,-1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7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78 0 24575,'-5'28'0,"0"0"0,-4-13 0,3 4 0,-2 0 0,2 0 0,-3-4 0,3-2 0,2 1 0,0-3 0,3 7 0,-8-4 0,8 1 0,-3 3 0,4-3 0,0 0 0,0-2 0,0 1 0,0 1 0,0 0 0,4-2 0,1-3 0,5-1 0,-1-3 0,1 2 0,-1-3 0,5 5 0,1-1 0,14 9 0,-12-11 0,7 10 0,-10-7 0,19 17 0,-13-9 0,16 12 0,-25-20 0,11 19 0,-11-16 0,15 25 0,-14-21 0,1 12 0,-9-9 0,-4-1 0,0-5 0,0 0 0,-4-4 0,3-1 0,-7-4 0,7 4 0,-8-8 0,4 3 0,-9-4 0,3 0 0,-3 0 0,5 0 0,-1 4 0,1-3 0,3 4 0,2-5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8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24575,'4'-5'0,"-3"-4"0,7 8 0,-2-3 0,3 4 0,1 0 0,3 0 0,2 0 0,56 0 0,-29 0 0,31 0 0,-44 0 0,-9 0 0,-1 0 0,0 0 0,10 0 0,-8 0 0,8-4 0,-14 3 0,3-4 0,-3 5 0,0 0 0,-2 0 0,1 0 0,1 0 0,0 0 0,-2 0 0,-3 0 0,-1 0 0,1 0 0,-1 0 0,1 0 0,-1 0 0,1 0 0,0 0 0,-5 0 0,-1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49.5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3 471 24575,'6'-15'0,"-2"-13"0,-4-60 0,6 31 0,-1 4 0,4 3 0,13 8 0,-3 11 0,-1 10 0,-4 4 0,-4 11 0,8-8 0,-7 0 0,7 7 0,-8-5 0,4 6 0,-4 1 0,-1 1 0,1 4 0,-1 0 0,1 0 0,-1 0 0,1 0 0,-1 0 0,1 4 0,-1-3 0,-4 7 0,4-6 0,-4 6 0,0-3 0,4 5 0,-8-1 0,9 15 0,-2 4 0,10 34 0,-10-25 0,6 13 0,-3 0 0,2-13 0,-2 12 0,0-21 0,-10-14 0,3 1 0,0-1 0,-3 0 0,4-4 0,-5 8 0,0-7 0,-5 7 0,0-8 0,-5 4 0,5-4 0,-8 3 0,7-2 0,-8-2 0,4-4 0,-3-5 0,-33 0 0,23 0 0,-36-7 0,31 0 0,-35-21 0,26 8 0,-8-6 0,31 8 0,4 7 0,5-2 0,-4 7 0,8-2 0,-3 2 0,0 1 0,3-3 0,-4 2 0,5-3 0,0-1 0,0 0 0,4 1 0,2-5 0,-1 7 0,-1-1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50.7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11 183 10002,'0'-9'0,"0"-5"5092,4 3-5092,-3-3 2532,7 5-2532,-7-1 1477,8 1-1477,-4-1 5472,5 0-5472,-1 1 0,1-1 0,-1 5 0,1-4 0,-1 8 0,-4-7 0,4 7 0,-4-8 0,5 8 0,3-8 0,-2 8 0,7-7 0,-3 7 0,-1-3 0,0-1 0,-4 4 0,-1-3 0,1 8 0,-1 1 0,1 5 0,-1-1 0,1 1 0,3 4 0,-2 0 0,3 5 0,-1 0 0,-2 0 0,11 11 0,-11-9 0,9 19 0,-10-10 0,-3-3 0,2-1 0,-8-15 0,3 2 0,-4-3 0,0-1 0,-4 1 0,3-1 0,-8 1 0,8-1 0,-8 1 0,8-1 0,-7 1 0,3-1 0,-1 1 0,-2-1 0,2-3 0,-18-2 0,-33-4 0,8 0 0,-12 0 0,36 0 0,11 0 0,4 0 0,1 0 0,-1 0 0,1 0 0,-1 0 0,5-4 0,-4 3 0,4-8 0,-5 4 0,1-9 0,3 3 0,-2-3 0,2 5 0,1-5 0,-4-1 0,8-4 0,-7 8 0,7-6 0,-4 11 0,5-8 0,0 4 0,0 1 0,0-1 0,0 1 0,0 3 0,0 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8:57:51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4 154 24575,'6'-4'0,"2"3"0,-3-8 0,5 4 0,-5-5 0,8-3 0,-7 2 0,12-7 0,-7 7 0,7-7 0,-4 7 0,1-2 0,-1 3 0,-5 5 0,1 0 0,-1 5 0,-3-4 0,2 3 0,-3-3 0,5 8 0,4 6 0,-4 0 0,4 4 0,0 0 0,0 0 0,1 1 0,-1 3 0,-5-7 0,1 2 0,-1 1 0,1-3 0,-5 7 0,4-8 0,-8 8 0,7-3 0,-7 4 0,3 0 0,-4 10 0,0-7 0,0 3 0,0-12 0,0 1 0,0-3 0,-4-2 0,3 0 0,-7-4 0,7 4 0,-8 1 0,4-1 0,-5 1 0,0-1 0,1 1 0,-1-1 0,1-3 0,-1 2 0,0-7 0,1 8 0,-1-8 0,5 7 0,-8-7 0,7 3 0,-8-4 0,0 0 0,-1 0 0,-4 0 0,4 0 0,-3-4 0,7 3 0,-3-3 0,5-1 0,-1 0 0,1 0 0,-1-8 0,0 11 0,1-15 0,-1 15 0,1-11 0,3 8 0,-2-9 0,7 3 0,-8-7 0,8-1 0,-3-1 0,4 1 0,0-30 0,0 30 0,4-30 0,-3 34 0,8-4 0,-2-14 0,-1 14 0,0-9 0,-6 18 0,4 5 0,-3 1 0,3 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0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329 10 24575,'-5'-5'0,"0"1"0,-4 4 0,-1 0 0,-4 0 0,3 0 0,-2 0 0,-1 0 0,-1 0 0,0 4 0,-3-3 0,7 7 0,-7-2 0,8 3 0,-9 5 0,9-4 0,-8 8 0,7-3 0,-3 0 0,5 3 0,-1-8 0,5 4 0,-4-4 0,8-1 0,-7 1 0,6-1 0,-2 5 0,4-4 0,0 4 0,0 0 0,4 1 0,2-1 0,3 4 0,1-7 0,3 3 0,-2-5 0,7 5 0,-3-4 0,4 4 0,0-9 0,10 6 0,-8-5 0,9 5 0,-11-1 0,-5-5 0,0 3 0,0-2 0,-4 3 0,4-4 0,-4 4 0,-1-4 0,5 5 0,-4-1 0,4 1 0,-4-1 0,-5 1 0,3-1 0,-6 1 0,6-1 0,-7 1 0,3 3 0,-4-2 0,0 7 0,0-8 0,0 8 0,-12 7 0,4-3 0,-9 3 0,3-7 0,-11 1 0,3 1 0,-7-2 0,14-4 0,-13-3 0,10-1 0,-42-2 0,33-4 0,-23-4 0,21 0 0,11 0 0,-6 0 0,15-4 0,-1 3 0,5-4 0,0 5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1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96 104 15484,'6'-10'0,"-2"1"3883,-4-1-3883,-4 5 1570,3-4-1570,-8 8 843,4-3-843,-5 4 2795,0 0-2795,5 4 0,-3 1 0,7 5 0,-8-1 0,4 9 0,-5-6 0,5 10 0,-4-7 0,8 0 0,-3-2 0,0-3 0,2-1 0,-2 1 0,4 4 0,0-4 0,0 18 0,0-10 0,0 7 0,4-12 0,-3-3 0,8-1 0,-8 1 0,7-5 0,-2 4 0,3-8 0,1 3 0,-1 0 0,5-3 0,-3 3 0,6 1 0,-6-4 0,3 3 0,-5-4 0,1 0 0,-5-40 0,-1 26 0,-14-66 0,-5 47 0,2-19 0,-5 12 0,12 19 0,-1-9 0,-2 15 0,8 2 0,-3 3 0,4 0 0,0 1 0,0-1 0,-4 5 0,2 5 0,-2 9 0,8 2 0,-3 2 0,18 41 0,-3-20 0,1 27 0,8-21 0,-18-19 0,11 9 0,-9-11 0,5 0 0,-4 0 0,4-5 0,-4 4 0,-1-7 0,1-2 0,-5 0 0,3-8 0,-2 7 0,3-2 0,-4-1 0,0-1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2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24575,'0'13'0,"0"-2"0,0 17 0,0-11 0,0 44 0,4-35 0,-3 25 0,-1 0 0,4-19 0,-4 20 0,0-2 0,4-23 0,-3 23 0,4-21 0,5 23 0,-8-19 0,8 16 0,-10-3 0,0-24 0,4 23 0,-3-31 0,3-4 0,-4 8 0,5-7 0,-4 3 0,3-5 0,-4 1 0,4-5 0,-3 3 0,3-2 0,1-1 0,-4-1 0,3-4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3.8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24575,'4'3'0,"-3"3"0,3 9 0,1 3 0,-4 7 0,3 7 0,-4 30 0,0 6 0,0 0 0,0-20 0,0 12 0,0-28 0,0 21 0,0-14 0,0-17 0,0 3 0,0-12 0,4-3 0,-3-5 0,3-1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4.6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1 258 18098,'12'-32'0,"-4"16"2931,5-20-2931,-4 25 1108,-4-7-1108,9 7 581,-4-7-581,4 8 0,0-4 0,40-28 1857,-25 29-1857,30-23 0,-40 36 0,0 0 0,0 0 0,0 0 0,0 0 0,10 0 0,-7 0 0,7 4 0,-10-3 0,0 7 0,0-7 0,-4 8 0,-2-8 0,-7 7 0,2 6 0,-3-2 0,5 10 0,-5-7 0,4-1 0,-8 0 0,3 0 0,-4-4 0,0 13 0,0-8 0,-4 4 0,-2-5 0,-3-4 0,-1-1 0,0 1 0,1-5 0,-1-1 0,-4-4 0,-11 0 0,-27 0 0,-16 0 0,-21 0 0,31 0 0,4 0 0,38 0 0,-3 0 0,10 0 0,-1 0 0,5 0 0,1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5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24575,'5'4'0,"-1"1"0,1 5 0,-4 4 0,3 0 0,-4 1 0,0 3 0,0-7 0,0 2 0,0-3 0,0-1 0,0 1 0,0-1 0,0 1 0,0-1 0,0 1 0,0 4 0,0-4 0,0 4 0,0-5 0,0-8 0,0-6 0,4-10 0,-3 0 0,8 1 0,-8 5 0,7-1 0,-3 1 0,5 3 0,4-2 0,-4 7 0,4-4 0,0 5 0,-4 0 0,4 0 0,-9 0 0,-1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6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88 17462,'4'14'0,"3"11"3178,3-8-3178,-2 11 1220,0-13-1220,-3 4 643,9-4-643,-3 3 2072,2-8-2072,-3 4 0,4-9 0,-4 4 0,4-8 0,-5 3 0,1-8 0,-5-1 0,4-9 0,-4 7 0,4-10 0,1 7 0,-5-9 0,4 4 0,-8-3 0,3 7 0,-4-7 0,0 3 0,0-4 0,-12-10 0,4 7 0,-14-3 0,16 11 0,-7 4 0,8 5 0,-5 1 0,0 4 0,5 4 0,1 1 0,4 5 0,-4-5 0,2 8 0,-2-7 0,0 8 0,3-5 0,-3 1 0,-1-1 0,4 1 0,-3-1 0,4 1 0,0 4 0,0-4 0,0 8 0,4-7 0,-3 7 0,8-8 0,-4 0 0,5-2 0,-1-7 0,1 3 0,-1 1 0,1-4 0,3 3 0,-2-4 0,3 0 0,-1 0 0,-2 0 0,38 10 0,-31-4 0,27 5 0,-36-6 0,-3-5 0,-2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6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24575,'0'9'0,"0"1"0,4-5 0,2-1 0,3-4 0,5 0 0,1 0 0,4 0 0,0 0 0,0 0 0,0 0 0,-4-4 0,-2 3 0,-7-3 0,-2 4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7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0 15636,'-8'7'0,"-3"1"3833,-4 11-3833,-13 3 1542,15-11-1542,-36 32 828,28-27-828,-40 44 2736,41-44-2736,-15 15 0,30-23 0,0-3 0,5 5 0,5 4 0,0-8 0,4 2 0,1-3 0,-1 0 0,15 0 0,-6 4 0,21-8 0,-22 3 0,22 2 0,-22 0 0,43 11 0,-37-6 0,26 4 0,-39-5 0,0-1 0,-2 1 0,-7-1 0,3 5 0,-4 1 0,0-1 0,0 4 0,-4-3 0,3 0 0,-8 3 0,4-8 0,0 4 0,-4-4 0,4-5 0,-5 3 0,1-2 0,-5-1 0,3-1 0,2-4 0,4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8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10 24575,'-10'0'0,"1"0"0,-1 0 0,1 0 0,-5 0 0,3-4 0,-3 3 0,0-3 0,-1 4 0,-4 0 0,-14 0 0,10 0 0,-6 0 0,15 0 0,4 0 0,-4 4 0,4 1 0,-4 5 0,0 3 0,-1 2 0,-15 35 0,16-13 0,-10 11 0,23-19 0,-3-15 0,4 1 0,0 3 0,0-7 0,0 7 0,8-8 0,-1 4 0,11-9 0,-8-1 0,8 1 0,-7-4 0,11 3 0,-6-4 0,7-4 0,-4-2 0,10-11 0,-7 1 0,7-3 0,-6-9 0,-3 10 0,-1-11 0,-6 10 0,-3 0 0,-1 0 0,-3-1 0,-2 6 0,-4 0 0,0 13 0,0 2 0,0 8 0,4-4 0,-3 4 0,3-4 0,10 51 0,-1 14 0,0-17 0,4 21 0,1-4 0,-6-39 0,-1-6 0,-5-11 0,2-4 0,-3-5 0,5-1 0,-5-8 0,-1 3 0,-4-3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08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24575,'0'13'0,"0"-8"0,0 33 0,12 31 0,-3-6 0,0 10-1730,0-8 0,1 6 0,2 1 1730,3 5 0,2 1 0,-2 2 0,-2 11 0,-1 2 0,1-7-635,9 1 0,-1-1 635,-9-3 0,-3 6 0,3-6 0,9 4 0,1-2 0,-10-15 0,-2 2 0,2-6-387,8 6 1,-1-8 386,0 20 0,-11-57 0,-2-3 811,-2-19 1,-2-1-1,2-4 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16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9219 24575,'9'0'0,"1"0"0,-1 0 0,-3-4 0,2 3 0,-3-12 0,9 7 0,1-12 0,4 3 0,21-25 0,24-13 0,-14 6 0,1 9 0,-3 2 0,-19 10-586,37-20 0,5-5 586,-11-1 0,-3 12 0,0 1 0,-5-6 0,3 2 0,1-2 0,14-15 0,-6 5 0,12-9 0,-10 7 0,-21 15 0,-3 0 0,13-7 0,5-5 0,-7 6 0,-18 12 0,1 1-820,22-14 0,10-5 0,-7 2 820,-12 1 0,1 0 0,8 4 0,9-2 0,-4-2 0,-7-6 0,-3-2 0,-2 6 0,11 2 0,1 2 0,-7-2 0,3-5 0,-2 6 0,8-2 0,-3 4-1986,-8 1 1,6-4 1985,1 7 0,10-4 0,3-2 0,-9 4 0,-9 1 0,-5 2 0,6-2 0,12-3 0,9-2 0,1 1 0,-9 2-943,-7 3 1,-6 3-1,0-1 943,2 0 0,-1-1 0,2 1-974,2 0 1,0 1-1,5-6 974,6-6 0,5-7 0,1 0 0,-4 3 0,2-1 0,-4 3 0,5-3-244,-15 12 0,4-2 1,1-2-1,-2 2 1,-6 2 243,9-9 0,-6 2 0,2 1 0,4 2 0,2 1 0,5-5 0,-10 4 0,5-5 0,2-3 0,-1 1 0,-4 4-185,-4 3 0,-5 4 1,3-1-1,6-5 185,-5 5 0,7-5 0,5-3 0,1 0 0,-2 0 0,-4 5 0,-8 4 207,20-15 0,-9 7 0,5-2-207,-13 10 0,7-3 0,1 0 0,-4 2 0,-7 4 396,2-2 0,-8 5 0,1-2-396,7-6 0,0-1 0,0 1 0,-5 4 0,-1 1 0,2 0 0,5-6 0,1-1 0,-1 3 0,-8 9 0,0 3 0,-1-1 546,1-5 0,0-1 1,-1 4-547,13 0 0,-1 2 0,-2-13 0,-1 1 1692,2 14 1,-4 3-1693,19-26 782,-30 28 0,-2 3-782,-3 3 3269,16-11-3269,-1 5 0,15-25 708,-22 23 1,2-3-709,-3-6 0,3-1-175,18-2 1,4 0 174,-2-9 0,2-1-1658,-19 16 1,2 0 0,6-2 1657,3-3 0,7-4 0,-1 1 0,-5 2 0,-5 2 0,-5 2 0,4-1-637,18-11 1,4-1 0,-8 6 636,-10 11 0,-8 1-114,-5-6 1,-2 1 113,2 13 0,-2 0 0,-11-10 0,-1 1 0,11 9 0,-1 0 0,-7-9 0,1-1 0,19 2 0,1-2 40,-11-10 0,-1-1-40,11 5 0,1-1 1328,-2-12 1,1-1-1329,5 3 0,3 2 0,-2 0 0,0-2 0,1-4 0,5-3-588,-20 18 1,7-1 0,1-1-1,-7 3 588,20-19 0,1-1 0,-14 15 0,8-4 0,-2 1 0,-13 9 211,-12 7 0,-5 3-211,12-6 0,-7 5 1005,-18 12-1005,-10 1 1589,-4 12-1589,-1-7 1489,-5 12 1,-4-4 0,0 5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1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1 342 24575,'4'-10'0,"-3"0"0,8 1 0,-8-1 0,7 1 0,-7-1 0,8-4 0,-8-1 0,7 0 0,-7 1 0,3 5 0,1-1 0,-4 1 0,3-5 0,0 3 0,-3-3 0,3 5 0,-4-1 0,5 0 0,-4 1 0,3-1 0,0 1 0,-3-5 0,3 3 0,1-3 0,-4 0 0,7 8 0,-7-7 0,3 8 0,-4-5 0,0 1 0,5 3 0,-4 6 0,3 6 0,-4 3 0,0 5 0,0 1 0,0 4 0,-12 51 0,9-27 0,-9 40 0,12-41 0,-6 0 0,5 9 0,0 2 0,-5 5 0,6-5 0,0-2 0,-6-9 0,4 42 0,-4-42 0,6 28 0,0-51 0,0 0 0,0 0 0,0 0 0,0-4 0,-4-1 0,2-5 0,-2-3 0,4-2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24575,'10'0'0,"3"0"0,2 0 0,0 0 0,13 0 0,-15 0 0,15 0 0,-17 0 0,7 0 0,-8 0 0,4 0 0,-4 0 0,-1 0 0,1 0 0,-1 0 0,-4 0 0,0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6.7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24575,'4'13'0,"1"-2"0,9 3 0,-4-5 0,4 1 0,0-1 0,1 1 0,4 3 0,-4-6 0,-2 5 0,1-6 0,-8 3 0,7-3 0,-8 6 0,5-5 0,-5 6 0,3-3 0,-2-1 0,-1 1 0,3-1 0,-6 1 0,6-1 0,-7 1 0,3-1 0,-4 1 0,0-1 0,0 1 0,0-1 0,0 1 0,0-1 0,-4 1 0,-1-5 0,-5 8 0,0-11 0,1 11 0,-1-12 0,-4 3 0,-11-4 0,8 4 0,-7-3 0,14 3 0,1-4 0,-1 0 0,0 0 0,5 0 0,1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7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24575,'10'0'0,"3"0"0,-2 0 0,3 0 0,-1 0 0,-2 0 0,3 0 0,-1 0 0,-2 0 0,3 0 0,-1 0 0,-2 0 0,3 0 0,-5 0 0,-4 0 0,0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8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12 154 24575,'6'-5'0,"2"0"0,-3-5 0,5 1 0,-1-5 0,5-1 0,-3 0 0,2 1 0,1 5 0,1-5 0,4 3 0,-4-3 0,-2 9 0,-3 1 0,-5 0 0,4 3 0,-4-4 0,5 5 0,-5 4 0,3-2 0,-7 6 0,12 2 0,-11 0 0,11 4 0,-12-5 0,3 1 0,0-1 0,-3 1 0,4-1 0,-5 1 0,0 12 0,0-9 0,0 9 0,-5-13 0,4 5 0,-7-3 0,2 7 0,1-8 0,-4 8 0,4-12 0,-5 7 0,1-3 0,-1-4 0,1 7 0,-1-8 0,0 0 0,1-1 0,-1-4 0,1 0 0,-1 0 0,0 0 0,1 0 0,-1 0 0,1 0 0,-1-4 0,-12-24 0,9 13 0,-5-22 0,10 26 0,3-7 0,-1 7 0,2-2 0,4 3 0,0-4 0,0-1 0,4-4 0,-3 9 0,3 1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29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24575,'5'23'0,"0"-3"0,6 14 0,-5-4 0,6 11 0,-10-11 0,4-1 0,-6 1 0,0-13 0,0 7 0,0-15 0,0 9 0,0-6 0,0 6 0,0-9 0,0 1 0,0-1 0,0-3 0,0-2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0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 24575,'0'15'0,"0"13"0,0-1 0,-4 19 0,3-3 0,-10 3 0,10-14 0,-5-3 0,-1 0 0,6-11 0,-5 6 0,6-15 0,4-4 0,-3-5 0,7-1 0,-2-3 0,3 0 0,23-3 0,-12 1 0,13-1 0,-15 7 0,7 0 0,-3 0 0,3 0 0,-7 0 0,-12 5 0,7-4 0,-8 3 0,4-4 0,1 0 0,-5 4 0,-5-3 0,-9-5 0,2-7 0,-6-4 0,-7-34 0,0-4 0,-8-15 0,17 15 0,0 28 0,10 3 0,-3 18 0,4-3 0,0 52 0,0-4 0,6 24 0,-5-15 0,12 0 0,-6-6 0,1 7 0,8 11 0,-13-29 0,7 26 0,-10-41 0,4 11 0,-3-10 0,3-4 0,-4-6 0,0-5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1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35 24575,'-10'0'0,"0"0"0,1 0 0,-1 0 0,0-4 0,1 3 0,-1-3 0,1 4 0,3 4 0,-2-3 0,7 8 0,-8-8 0,8 7 0,-3-3 0,4 9 0,0-3 0,0 2 0,0-3 0,0-1 0,0 1 0,0-1 0,0 1 0,0-1 0,0 1 0,0-1 0,4-3 0,1 2 0,5-3 0,-1 1 0,1-2 0,-1-4 0,1 0 0,4 0 0,-4 0 0,4 0 0,-5-4 0,1 3 0,-1-8 0,1 4 0,-1-5 0,-3-4 0,2-1 0,-7-4 0,3-10 0,1 7 0,-4-7 0,3 10 0,-4 4 0,0 10 0,0 14 0,0 17 0,0-4 0,0 6 0,0 18 0,0-20 0,0 23 0,0 4 0,0 10 0,0 26 0,0-35 0,0-4 0,0-8 0,0 29 0,0-21 0,0-27 0,0 36 0,0-46 0,0 11 0,0-19 0,0-1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4.0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 24575,'-9'9'0,"-9"15"0,6-6 0,-1 7 0,4-3 0,4-6 0,0 3 0,0 9 0,5-11 0,0 12 0,0-14 0,0 3 0,0 1 0,5-3 0,-4 2 0,7-13 0,-3 3 0,5-7 0,-1 8 0,1-8 0,-1 3 0,1 0 0,-1-3 0,-3 8 0,6-4 0,-5 5 0,6-5 0,-3 3 0,-5-2 0,4-1 0,-8 3 0,7-6 0,-7 6 0,8-7 0,-8 7 0,7 2 0,-7 1 0,8 2 0,-8-3 0,3-1 0,0 5 0,-3-3 0,4 7 0,-5-8 0,0 4 0,0-5 0,0 1 0,0-1 0,-9 5 0,7-3 0,-11 2 0,8-3 0,-5 4 0,1-4 0,-1 0 0,0-6 0,1-4 0,-1 0 0,1 0 0,3 0 0,2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4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24575,'10'0'0,"-1"0"0,1 0 0,-1 0 0,1 0 0,-1 0 0,1 0 0,-1 0 0,1 0 0,-1 0 0,1 0 0,-1 0 0,1 0 0,-1 0 0,1 0 0,-1 0 0,1 0 0,-5 0 0,-1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5.7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0 549 24575,'10'0'0,"-5"-4"0,-1-1 0,1-5 0,0-4 0,4-1 0,-3 0 0,10-13 0,7-20 0,-6 11 0,12-9 0,-2 2 0,-13 15 0,35-40 0,-37 47 0,5-3 0,18-14 0,-19 23 0,19-23 0,-26 32 0,1-10 0,0 15 0,-1-6 0,-4 3 0,4 4 0,-4-3 0,5 4 0,-1 0 0,1 4 0,-1 2 0,1-1 0,-1 3 0,1-2 0,-5 7 0,3-2 0,-2 3 0,19 30 0,-16-25 0,15 30 0,-19-35 0,4 5 0,1 0 0,-5 0 0,6 15 0,-10-16 0,5 10 0,-6-14 0,0-3 0,0 2 0,0-3 0,0-1 0,-4-3 0,3 2 0,-8-3 0,4 1 0,0 2 0,-8-7 0,7 3 0,-12-4 0,3 0 0,0 0 0,-3 0 0,3 0 0,-4 0 0,-11 0 0,13-4 0,-11 3 0,17-3 0,-3-1 0,5 4 0,3-7 0,2 3 0,4-9 0,0 3 0,0-7 0,0 3 0,0-14 0,0 7 0,6-17 0,0 17 0,1-3 0,2 15 0,-8 6 0,3 4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8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24575,'9'0'0,"-3"4"0,2-3 0,-3 3 0,5-4 0,-1 0 0,9 5 0,-2-4 0,7 3 0,-4 0 0,11-3 0,1 3 0,1 1 0,7-4 0,-7 9 0,0-8 0,-7 4 0,-11-6 0,-5 0 0,-4 4 0,4-3 0,-4 3 0,5-4 0,-1 0 0,-4 0 0,0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39.5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1 24575,'0'7'0,"-6"10"0,4 5 0,-8 6 0,4-17 0,-11 25 0,9-16 0,-9 13 0,16-19 0,-3-5 0,4 1 0,0-1 0,0 1 0,0-1 0,4 1 0,2-1 0,3-3 0,-4 2 0,4-7 0,-4 3 0,5 1 0,3-4 0,-2 3 0,7 0 0,-3-3 0,4 3 0,0 1 0,0-4 0,-5 3 0,0-4 0,-4 0 0,-1 0 0,1 0 0,-1 0 0,1 0 0,-1 0 0,1 0 0,-1 0 0,1 0 0,-1 0 0,-4-4 0,4 3 0,-8-12 0,3 2 0,-8-8 0,3 0 0,-3 4 0,-1-3 0,4 3 0,-3 0 0,0 1 0,3 1 0,-4 2 0,5-3 0,0 4 0,0 9 0,0 7 0,0 19 0,0-8 0,0 11 0,0-13 0,0 4 0,0 10 0,0-8 0,5 9 0,-4-16 0,15 15 0,-13-12 0,10 12 0,-9-14 0,-3-1 0,3-5 0,-4 1 0,5-1 0,-4 1 0,3-1 0,-4 1 0,0-1 0,4-4 0,-3 4 0,3-4 0,1 5 0,-4-1 0,3-4 0,-4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1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183 150 24575,'-10'0'0,"1"0"0,-1-4 0,0-2 0,1-3 0,-1-1 0,1-4 0,3 4 0,-2-4 0,2 0 0,-3 3 0,-1-2 0,1-1 0,-5 3 0,3 2 0,-3 0 0,5 8 0,3 1 0,-2 5 0,7 9 0,-4 1 0,5 4 0,0 0 0,5 0 0,0 0 0,6 10 0,-1-8 0,-2 4 0,0-11 0,-3 0 0,5-4 0,-1 4 0,1-4 0,-1-1 0,1 1 0,-1-1 0,1 1 0,-5-1 0,4-4 0,-8 4 0,7-8 0,-3 3 0,5-8 0,-1 3 0,5-8 0,-3 0 0,7-2 0,-8-3 0,4 5 0,-5-5 0,1 3 0,-5-7 0,4 3 0,-8-4 0,3 0 0,-4 4 0,0 1 0,0 5 0,0-1 0,0 0 0,-4 5 0,3-3 0,-4 2 0,5-3 0,0 7 0,0 12 0,6 16 0,-4 31 0,10-10 0,-10 16 0,4-32 0,0 9 0,-4-19 0,4 8 0,-2-10 0,-3 0 0,3 10 0,-4-7 0,0 7 0,0-14 0,0 3 0,0-3 0,5 0 0,-4-2 0,3-3 0,-4-1 0,0 1 0,0-1 0,4 1 0,-3-1 0,3 1 0,1-5 0,-4-1 0,3-4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1.7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17097,'5'-10'0,"-4"1"3316,3 12-3316,-4 3 0,0 65 0,0-22 0,0 7 0,0 6 0,0 8 0,0-1-221,0 18 1,0-3 220,0-12 0,0-4 1043,0 31-1043,0-77 2036,4 25-2036,-3-28 0,3-4 0,-4-1 1524,5-5-1524,-4 1 0,3-1 0,-4 1 0,0-1 0,0-3 0,0-2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2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24575,'6'5'0,"-2"0"0,-4 40 0,5 20 0,2 4 0,-4 9-1598,3 13 1,0 1 1597,-6-8 0,-1-28 0,2 3 0,5 7 0,0-2 749,-3 30-749,9 3 0,-12-32 0,0-15 0,0-18 0,0-7 0,0-16 0,0-4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4.8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1 446 24575,'4'14'0,"-3"-4"0,8 8 0,-8-7 0,7-2 0,-7 0 0,8-8 0,-4-5 0,9-7 0,28-48 0,-12 20 0,18-23 0,2-7 0,-14 36 0,-1-8 0,1 1 0,8 14 0,-1-13 0,-14 22 0,-14 2 0,-1 1 0,-5 9 0,-3-4 0,2 4 0,-7-5 0,8 5 0,-8-4 0,3 8 0,-4-3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7.6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 24575,'0'9'0,"0"19"0,0-9 0,-7 24 0,6-11 0,-5 10 0,1-11 0,4-6 0,-3-7 0,4-7 0,0 7 0,0-3 0,0-1 0,0 4 0,0-7 0,4-2 0,-3 0 0,4-4 0,-5 5 0,0-1 0,0 1 0,0-1 0,0 1 0,0 3 0,-5-2 0,4-2 0,-3-4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8.8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204 247 24575,'-9'0'0,"-1"0"0,-4-13 0,4 6 0,-13-26 0,12 20 0,-7-15 0,0 3 0,7 3 0,-7-3 0,12 11 0,-2 0 0,7 4 0,-3-4 0,4 4 0,0 1 0,4 3 0,1 2 0,5 4 0,-1 4 0,-4 6 0,4 0 0,-8 8 0,3-7 0,0 3 0,-3 8 0,4-5 0,-5 6 0,0-5 0,0-3 0,0 4 0,-5 0 0,4 10 0,-15 3 0,12-1 0,-20 9 0,20-23 0,-12 11 0,8-3 0,-2-8 0,3 11 0,3-13 0,4 0 0,0-1 0,0-5 0,4 1 0,1-1 0,5-3 0,-1-2 0,1-4 0,-1 0 0,1 0 0,-1 0 0,1 0 0,-1 0 0,1 0 0,-1 0 0,-3-4 0,2-2 0,-7-3 0,3-5 0,-4-1 0,0 0 0,0-3 0,-4 7 0,-1-7 0,-5 8 0,1-4 0,-1 8 0,0-2 0,1 7 0,-1-4 0,1 1 0,-1 3 0,5-7 0,-4 7 0,8-8 0,-8 8 0,8-8 0,-3 4 0,4-5 0,0 5 0,0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49.7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 24575,'-9'0'0,"-1"0"0,1 0 0,-1 0 0,0 4 0,1-3 0,3 7 0,-2-6 0,7 6 0,-3-3 0,4 5 0,0-1 0,0 1 0,0-1 0,4 1 0,1 3 0,5-2 0,3 3 0,-2-5 0,3 1 0,-5-1 0,1 1 0,-1-1 0,5 1 0,-4 4 0,8-4 0,-7 8 0,3-3 0,-5 4 0,-4-4 0,4-2 0,-8-3 0,3-1 0,-4 1 0,0-1 0,0 1 0,0-1 0,0 1 0,0-1 0,-4 1 0,-2-5 0,-3-1 0,-5-4 0,-1 0 0,0 0 0,6 0 0,4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0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24575,'4'-5'0,"6"1"0,1-1 0,6 4 0,2-3 0,-3 0 0,2 3 0,-8-4 0,-1 5 0,1 0 0,-1 0 0,1 0 0,-5 0 0,-1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4.1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24575,'0'9'0,"4"5"0,-2 32 0,2-19 0,-4 19 0,0 10 0,0-4 0,0 0 0,0 37 0,0-38 0,0 0 0,0 41 0,0-14 0,-1-13 0,2-2 0,3-10 0,-3-4 0,3-38 0,-4-2 0,0-4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4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24575,'10'0'0,"3"0"0,2 4 0,4 2 0,10-1 0,-7 3 0,7-7 0,-10 4 0,-4-1 0,11-3 0,-9 3 0,6 0 0,-5-3 0,-3 4 0,0-5 0,-1 0 0,-1 0 0,21 0 0,0 0 0,6 0 0,-15 0 0,-7 0 0,-4 0 0,1 0 0,-1 0 0,-9 0 0,-1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5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39 24575,'4'-5'0,"-3"-4"0,4 4 0,-1-5 0,-3 1 0,3 22 0,-4-4 0,0 51 0,0 18-1253,0-23 1,0 5 1252,1 28 0,-2 1 0,-5-15 0,0-2-751,5 8 1,-1-3 750,-4-19 0,0-7 0,6 7 0,0-8 0,0-31 0,0-4 2295,0-1-2295,0-5 1711,0 1-1711,0-1 0,0 1 0,0-1 0,0 1 0,0 8 0,0-7 0,0 7 0,0-8 0,0-1 0,0 1 0,0-1 0,0 1 0,0-5 0,0-1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7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1 24575,'-14'4'0,"8"1"0,-11 5 0,6 3 0,-3-2 0,0 3 0,-4 8 0,-2 5 0,-9 13 0,8 2 0,2-10 0,8-3 0,1-14 0,5 13 0,1-11 0,8 12 0,1-14 0,5-1 0,-1-9 0,5 8 0,1-7 0,4 8 0,0-5 0,0 1 0,-5-5 0,4 4 0,-7-4 0,3 0 0,-5 4 0,1-4 0,-1 0 0,1 4 0,-5-4 0,-1 4 0,-4 1 0,0-1 0,0 5 0,0-3 0,-4 7 0,-1-8 0,-1 4 0,-2-5 0,2 1 0,-3-1 0,-5-3 0,3-2 0,-3-4 0,1 0 0,2 0 0,-3 0 0,4 0 0,5 0 0,1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8.5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24575,'6'-4'0,"-2"-1"0,0-5 0,-3 0 0,8 5 0,-8-3 0,7 7 0,-7-8 0,8 8 0,-4-3 0,4-1 0,1 4 0,-1-3 0,1 4 0,-1 0 0,1 0 0,-1 0 0,9 0 0,-6 0 0,6 0 0,-9 0 0,1 0 0,-1 0 0,1 0 0,4 0 0,-4 0 0,4 0 0,-9 0 0,0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7:59.5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1 485 24575,'5'-10'0,"3"0"0,-7 1 0,22-9 0,2-29 0,2 21 0,3-24 0,24-4 0,-29 25 0,22-13 0,3-3 0,-4-2 0,18-1 0,-19 9 0,-29 32 0,-3 3 0,-4 9 0,-2 19 0,3-6 0,-3 11 0,17 21 0,-19-23 0,19 23 0,-23-31 0,3-5 0,0 4 0,-2-3 0,2 4 0,-4 0 0,0-4 0,0-1 0,-5-5 0,4 1 0,-3-1 0,0-4 0,3 4 0,-8-8 0,8 7 0,-7-7 0,2 8 0,-3-8 0,-5 3 0,-9-4 0,1 0 0,-5 0 0,8-8 0,4 1 0,1-7 0,4 1 0,5 2 0,-4-3 0,8 5 0,-3-1 0,4-4 0,0 3 0,0-2 0,0 3 0,0 0 0,4 5 0,-3-4 0,8 4 0,-8-4 0,7 3 0,-7-2 0,4 7 0,-5-4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0.2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24575,'10'0'0,"-1"0"0,1 0 0,-1 0 0,1 0 0,-1 0 0,5 0 0,-4 0 0,4 0 0,-4 4 0,-1-3 0,1 4 0,-1-5 0,1 0 0,-1 0 0,1 0 0,-1 0 0,1 0 0,-1 0 0,-4 0 0,0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1.5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126 263 24575,'0'-9'0,"0"-1"0,-4-4 0,-6-1 0,-9-14 0,3 11 0,-2-10 0,9 13 0,3 0 0,-2-3 0,7 8 0,-3-4 0,4 0 0,4 3 0,1-2 0,5 3 0,-1 5 0,-4-4 0,4 8 0,-4-3 0,5 4 0,-1 0 0,1 4 0,-1 5 0,1 2 0,-1 7 0,1-7 0,-1 6 0,1-2 0,-1 4 0,-4 0 0,4-4 0,-8 3 0,7-3 0,-7 0 0,4-2 0,-5 1 0,0-3 0,-5 7 0,0-8 0,-5 4 0,1 0 0,-5 0 0,-1 5 0,-4 0 0,0 0 0,0 0 0,4 0 0,1 0 0,4-4 0,1 3 0,-1-3 0,1 4 0,3 0 0,2-4 0,0 3 0,3-8 0,-4 8 0,5-7 0,0 2 0,0-3 0,5-1 0,0 5 0,4-3 0,1 3 0,-1-9 0,1 3 0,-1-7 0,1 4 0,-1-5 0,1 4 0,-1-3 0,1 3 0,-1-4 0,1 0 0,-1 0 0,-3-4 0,2-2 0,-7-7 0,3 2 0,1-7 0,-4 7 0,3-7 0,-4 3 0,0 0 0,0 2 0,-4 3 0,-2-4 0,-3 8 0,3-7 0,-2 12 0,-2-8 0,0 8 0,-4-3 0,4 0 0,1 3 0,3-8 0,2 8 0,4-3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2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24575,'-10'15'0,"5"-1"0,-4 0 0,4 0 0,-1 15 0,-2-15 0,7 13 0,-3-21 0,4 12 0,0-8 0,0 4 0,4-4 0,1-1 0,0 1 0,8-1 0,-7 1 0,12-1 0,7 9 0,-7-7 0,10 7 0,38-1 0,-34-5 0,49 7 0,-59-9 0,38 7 0,-38-10 0,23 3 0,-35-6 0,-1 1 0,-3 5 0,-2-1 0,-4 1 0,0-1 0,0 1 0,0-1 0,0 1 0,0-1 0,0 1 0,-5-1 0,4 1 0,-11-1 0,10 1 0,-11-1 0,7-3 0,-3-2 0,-5-4 0,3 0 0,-3 0 0,5 0 0,4 0 0,0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3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24575,'15'0'0,"-2"4"0,41-3 0,-30 3 0,34 3 0,3-2 0,-27-2 0,55 16 0,-71-18 0,20 5 0,-25-6 0,11 0 0,-14 0 0,-1 0 0,1 0 0,-1 0 0,-4 0 0,0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24575,'0'24'0,"0"-7"0,0 43 0,0-2-928,0 5 0,0 4 928,0 33-575,-1-14 1,2 0 574,9 13 0,-8-4 707,8-36-707,-4-31 0,-4 3 0,4-6 884,-2-11-884,-3-5 1414,4 1-1414,-5-1 0,4 1 0,-3-1 0,3 1 0,-4 4 0,0-4 0,0 4 0,0 0 0,0 0 0,0 1 0,0 3 0,0-7 0,0-2 0,0-4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5.9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1 567 24575,'0'9'0,"4"1"0,-3-1 0,7 1 0,-2-5 0,-1 3 0,3-6 0,-2 2 0,3-4 0,1-5 0,3-8 0,13-34 0,24-24 0,-17 11 0,5 8 0,-3 5 0,-17 18 0,25-40 0,-33 47 0,2-3 0,5-3 0,-5 15 0,8-26 0,-10 26 0,1-11 0,-2 15 0,1-1 0,4-4 0,-4 3 0,0-2 0,-2 7 0,-7 2 0,4 4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09.4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24575,'6'19'0,"-2"10"0,0-8 0,-3 40 0,3-25 0,-4 27 0,7-21 0,-6-10 0,5 7 0,-6-17 0,0 3 0,0-7 0,0-4 0,0 1 0,0-1 0,-4-5 0,3-3 0,-3-2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4.1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12613,'10'0'0,"-1"0"4690,1 0-4690,-1 0 2079,1 0-2079,-1 0 1160,5 0-1160,-4 0 4033,8 0-4033,6 0 0,-8 0 0,11 0 0,-17 0 0,4 0 0,-4 0 0,3 0 0,-2 0 0,11 0 0,-10 0 0,10 0 0,-12 0 0,4 0 0,-9 0 0,0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5.0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24575,'0'19'0,"0"73"-1062,0-24 1062,0 8 0,0-1 0,0-12 0,0-10 0,0-4 0,0-12 0,0 13 0,0 2 0,0 0 347,0 19-347,0-46 177,4-7-177,-3-8 0,4 4 0,-5-4 538,0-1-538,0 1 0,0-1 0,0 1 0,0-1 0,0 5 0,0 1 0,0 4 0,0 0 0,0 0 0,0-5 0,0 0 0,0 0 0,0-8 0,0 3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7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336 116 13999,'-9'0'0,"-1"-5"4338,0 4-4338,5-7 1833,-3 2-1833,2 1 1003,-3-3-1003,-1 6 3402,0-6-3402,5 3 0,-3-1 0,2-2 0,-3 2 0,-1 1 0,0 1 0,1 0 0,-1 2 0,1-6 0,-10 3 0,12-5 0,-10 5 0,12 0 0,-5 10 0,0 0 0,-3 9 0,2 0 0,-7 5 0,7 0 0,-7 5 0,12-9 0,-7 8 0,8-9 0,-5 5 0,5 0 0,0 0 0,5-4 0,0 3 0,0-7 0,0 2 0,5-7 0,-4 2 0,7-7 0,-7 8 0,8-8 0,-8 7 0,7-7 0,2 8 0,0-8 0,4 3 0,-5-4 0,1 0 0,-1 0 0,1 0 0,-1-4 0,1-2 0,-5-3 0,4-1 0,-8 1 0,11-10 0,-5 3 0,2-3 0,0 5 0,-4 1 0,0 2 0,-1-7 0,1 7 0,-4-7 0,7 3 0,-7 0 0,8 2 0,-8 3 0,7 0 0,-7 1 0,3-1 0,-4 0 0,5 5 0,-4 5 0,3 5 0,-4 9 0,0 11 0,0 7 0,0 30-6784,0-14 6784,0 4 0,0-13 0,0 14 0,0-16 0,0 13 0,0-31 0,0 0 6784,0-4-6784,0-2 0,0 1 0,0-3 0,0 7 0,0-8 0,0 4 0,0-4 0,0-1 0,0 1 0,0-5 0,0-1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8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1 254 24575,'0'-10'0,"0"0"0,0 1 0,0-1 0,0 1 0,0-1 0,4 0 0,-3 1 0,3-1 0,-4 1 0,4-1 0,-3 0 0,16-14 0,-14 11 0,14-11 0,-12 15 0,9-5 0,-4 3 0,4-3 0,-9 5 0,4 3 0,-4-2 0,4 7 0,1-4 0,-1 5 0,1 0 0,-1 0 0,-3 5 0,6 0 0,-5 9 0,6-4 0,1 8 0,-3-7 0,3 7 0,-5-8 0,1 4 0,-1-5 0,-4 1 0,4-1 0,-8 1 0,3 4 0,-4 1 0,0 4 0,0 0 0,0 0 0,0 0 0,0-5 0,0 4 0,0-3 0,0 0 0,0-1 0,0-1 0,-4-2 0,-2 3 0,1-5 0,-3 1 0,6-1 0,-6-4 0,3 4 0,-5-4 0,0 0 0,1 0 0,-1-5 0,-4 0 0,4 0 0,-4 0 0,4 0 0,1 0 0,-5-13 0,3 5 0,-3-14 0,5 11 0,-1-7 0,0 8 0,5-8 0,1 7 0,-1-7 0,4 7 0,-3-7 0,4 8 0,0-9 0,0 9 0,4-4 0,-3 4 0,4 1 0,-5 3 0,0 2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19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24575,'10'0'0,"-1"0"0,1 0 0,-5 4 0,8-3 0,-7 3 0,8-4 0,10 0 0,-7 0 0,22 0 0,-17 0 0,7 0 0,-10 0 0,-4 0 0,-1 0 0,-5 0 0,1 0 0,-1 0 0,1 4 0,-1-3 0,1 4 0,-5-5 0,-1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1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330 78 8191,'-9'-15'0,"3"1"5063,-2 4-5063,2 1 2818,-3-1-2818,-1 5 1719,0-4-1719,1 8 6784,-1-3-6784,1 4 0,-1 0 0,0 4 0,-3 1 0,2 5 0,-3-1 0,-10 9 0,11-2 0,-15 3 0,-8 20 0,15-19 0,-13 20 0,24-25 0,5-2 0,0 1 0,1 1 0,3 0 0,-3-2 0,4 1 0,0-3 0,0 2 0,4-3 0,1-5 0,0 4 0,4-4 0,-4 0 0,5 4 0,3-8 0,2 7 0,54 3 0,-38-4 0,34 3 0,-37-10 0,-15 0 0,15 0 0,-17 0 0,2-5 0,1 0 0,-8-5 0,3 1 0,-5 3 0,1-6 0,1-9 0,2 3 0,-7-10 0,8 13 0,-8 0 0,9-13 0,-8 11 0,4-8 0,-6 11 0,0 4 0,4-4 0,-3 4 0,3-4 0,-4 4 0,4 1 0,-2 22 0,2-8 0,-4 54 0,0-37 0,0 59 0,0-44 0,0 26 0,0-21 0,0 0 0,0-15 0,0 1 0,0-9 0,0-3 0,0 6 0,0-7 0,0 4 0,-5-4 0,4-1 0,-3-1 0,4-2 0,0 7 0,0-8 0,0 4 0,-4-4 0,3-1 0,-3 1 0,4-5 0,0-1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2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1 173 15188,'4'-10'0,"-3"1"3979,8-1-3979,-8 0 1622,7 5-1622,-3-4 875,5 0-875,-1-2 2911,1-3-2911,-1 9 0,1-4 0,-1 8 0,-3-7 0,2 7 0,2-8 0,0 4 0,18-7 0,-14 7 0,24-8 0,-25 12 0,11-10 0,-10 10 0,-4-3 0,4 8 0,-9 1 0,4 9 0,4 11 0,-1-8 0,1 11 0,-9-17 0,0 3 0,-3 9 0,4-9 0,-1 9 0,-3-5 0,3-6 0,-4 6 0,0-4 0,0-4 0,0 4 0,-4-4 0,3-1 0,-8 1 0,4-1 0,-5-4 0,5 4 0,-3-8 0,2 3 0,-8-4 0,4 0 0,-8 0 0,3 0 0,-4-4 0,-1-2 0,6-3 0,-4-1 0,7 1 0,-3-1 0,4 5 0,1-4 0,-1 4 0,5-5 0,-4 1 0,8-1 0,-3 0 0,4 1 0,0-1 0,0 1 0,0-1 0,0 0 0,0 1 0,0-1 0,0 0 0,0 1 0,0-1 0,0 1 0,0 3 0,0 2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2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24575,'9'0'0,"-4"4"0,4 6 0,-4 4 0,0 36 0,0-13 0,-5 47 0,-1-29 0,2 0 0,5 23-681,-5-5 0,-1 0 681,7 0 0,-7 1 0,0-25 0,0-34 0,0 0 0,0 3 0,0-8 1362,0 4-1362,0-4 0,0-1 0,0 1 0,0-1 0,0 1 0,0-1 0,4-4 0,-3 8 0,3-7 0,-4 8 0,0-4 0,0-1 0,0 1 0,0-1 0,0-4 0,0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3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 24575,'0'13'0,"0"33"0,0-23 0,0 36 0,0-42 0,0 12 0,0-14 0,-6 13 0,4-15 0,-4 11 0,6 0 0,0-7 0,0 8 0,0-11 0,0-5 0,0 1 0,0-5 0,0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4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24575,'9'0'0,"5"0"0,-4 0 0,8 0 0,-3 0 0,0 0 0,3 0 0,-3-4 0,0 3 0,-2-4 0,-3 5 0,3 0 0,-2 0 0,7 0 0,-7-4 0,2 3 0,-3-3 0,4 4 0,0 0 0,1 0 0,3 0 0,-3 0 0,0 0 0,3 0 0,-8 0 0,4 0 0,-9-4 0,-1 2 0,-4-2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5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0 972 24575,'10'0'0,"-1"0"0,1 0 0,-5 4 0,3-3 0,-7 7 0,4-2 0,-1 3 0,-3 1 0,7-1 0,-2-4 0,28-30 0,-13 9 0,12-21 0,1-6 0,-4 4 0,3 0 0,3-5-1042,1-2 0,0-1 1042,1 1 0,3-3 0,18-25 0,-1 1 0,-17 25 0,-2 1 0,3-13 0,-3 5 0,0 11 0,11-26 0,-26 40 0,17-13 0,-22 18 0,-10 11 0,-5 9 0,-4 1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27.5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1 621 24575,'9'9'0,"-3"-3"0,10 22 0,-8-10 0,5 7 0,-4-12 0,-4-3 0,0-1 0,-1 1 0,1-5 0,-4 4 0,7-13 0,-3 3 0,44-52 0,10-15 0,-21 30-895,13-14 0,14-15 0,-9 15 895,9 15 0,2-10 0,4-1 0,-24 23 0,0 1-319,19-15 0,-2 1 319,9-4 0,-4-1 0,-30 17 0,-22 10 0,8-3 0,-11 10 0,-9 0 0,-1 8 0,-4-3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0.5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24575,'0'14'0,"0"73"0,0-49 0,5 21 0,0 4 0,-3-5 0,14 10 0,-14-5 0,10-21 0,-4-1 0,0-13 0,4 10 0,-11-20 0,12 21 0,-12-18 0,10 9 0,-10-1 0,3-12 0,2 21 0,-4 11 0,10 6 0,-10 0 0,4-22 0,-6-15 0,0-7 0,0 7 0,0-8 0,4 8 0,-3-7 0,3 3 0,1-5 0,-4-4 0,3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2.4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1 205 24575,'4'10'0,"1"3"0,1-2 0,2-2 0,-3-4 0,5-5 0,8-9 0,-2 3 0,7-12 0,-4 3 0,0 0 0,4-13 0,7 6 0,-4-8 0,3 7 0,-14 8 0,-2-3 0,-3 7 0,-1-3 0,-3 5 0,2-1 0,-7 5 0,3 1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3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1 482 24575,'5'9'0,"3"1"0,-7 3 0,12 2 0,-11 0 0,7-1 0,-5-9 0,-3 3 0,7-7 0,12-9 0,-7 1 0,46-26 0,16-13 0,-24 14 0,0-1 0,26-16 0,-28 12 0,-1 0-1091,17-12 1091,-16 17 0,2-1 0,-6-4 0,-3 3 0,14 2 0,-16-7 0,-26 33 0,0-7 0,-9 8 0,4-1 0,-8 2 0,3 4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4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1 736 24575,'0'9'0,"4"1"0,-3-1 0,8 1 0,-4-5 0,4 4 0,1-8 0,-1 3 0,1-4 0,-1 0 0,15-13 0,33-26 0,22-19 0,-25 13 0,1-3 0,1-1 0,-4 1 0,17-16-315,-28 23 0,-2 3 315,6-4 0,1-8 0,0-4 0,9-11 0,-15 20 0,-4 5 0,-15 14 0,3 8 0,-19 13 0,-1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48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24575,'0'10'0,"0"14"0,0 3 0,0 15 0,0-14 0,0 0 0,0-18 0,5 8 0,-4-7 0,3 3 0,-4-5 0,0 1 0,0 3 0,0-2 0,0 7 0,0-8 0,0 8 0,0-7 0,0 7 0,0-8 0,4 4 0,-3 0 0,3-3 0,-4 2 0,0-3 0,0-1 0,5-3 0,-4 2 0,3-3 0,-4 1 0,0-2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2.8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1 106 24575,'4'-9'0,"1"-1"0,5 0 0,3 1 0,6-5 0,2 3 0,2-3 0,-8 9 0,3-4 0,-4 4 0,5 0 0,-4 0 0,3 5 0,-7 0 0,7 0 0,-8 0 0,4 5 0,-5-4 0,5 11 0,-8-5 0,7 6 0,-8-3 0,5-1 0,-1 5 0,1-3 0,-5 3 0,4-5 0,-8 1 0,3 3 0,-4-2 0,0 3 0,0-1 0,-4 2 0,-2 0 0,1-1 0,-4-5 0,8 1 0,-3-1 0,4 1 0,4-5 0,-3 3 0,8-7 0,-4 8 0,0-4 0,12 17 0,-9-9 0,10 13 0,-9-11 0,1 0 0,1 13 0,-5-15 0,4 11 0,-9-10 0,3-4 0,-4 4 0,0-4 0,0-1 0,0 1 0,0-1 0,0 1 0,-4 3 0,-1-2 0,0 3 0,-8-1 0,6-6 0,-11 10 0,8-11 0,-8 8 0,7-5 0,-7-4 0,7 4 0,-7-8 0,7 3 0,-2-4 0,3 0 0,5 0 0,0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3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2 21145,'-4'-1'0,"-1"6"1636,-13 18-1636,6-1 580,-6 5-580,8-8 297,-5 31-297,8-27 917,-7 26-917,13-39 0,-3 4 0,4-5 0,0 5 0,4-3 0,1 7 0,5-8 0,-1 4 0,1-5 0,14 9 0,-11-6 0,15 5 0,-13-7 0,4-1 0,-5 1 0,4-5 0,-7 3 0,3-2 0,-1 3 0,-2 1 0,3-5 0,-9 3 0,3-2 0,-6 3 0,6-3 0,-7 2 0,3-3 0,-4 5 0,4-5 0,-2 4 0,2-4 0,-4 4 0,0 1 0,-5-1 0,0-3 0,0 2 0,-4-7 0,4 3 0,-5 1 0,1-4 0,-1 3 0,0-4 0,5 0 0,1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4.4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24575,'10'0'0,"13"7"0,5-6 0,55 17 0,-40-10 0,6-2 0,3 1 0,6-3 0,31-4 0,-13 0 0,-25 0 0,-19 0 0,-18 0 0,-4 0 0,4 0 0,-9 0 0,0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5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0 289 24575,'0'-24'0,"0"11"0,5-15 0,-4 13 0,9-15 0,-4 13 0,5-11 0,1 3 0,-2 3 0,5-7 0,-4 14 0,7-3 0,-8 7 0,4 2 0,-4 4 0,-1 10 0,5 0 0,1 9 0,4-4 0,0 8 0,-9-7 0,7 7 0,-6-8 0,8 8 0,-4-7 0,-2 7 0,-7-8 0,2 0 0,-7 2 0,3-1 0,-4 4 0,4 3 0,-2-8 0,2 4 0,-4-5 0,0 1 0,-5-1 0,4 1 0,-3-1 0,0 1 0,-1-1 0,-5 1 0,0-1 0,1-3 0,-1-2 0,0 0 0,1-3 0,-1 3 0,1-4 0,-1 0 0,5-4 0,-4-1 0,8-9 0,-7 3 0,6-2 0,-2-1 0,4-5 0,0 3 0,0-3 0,0 10 0,0 4 0,0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3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34 281 8191,'0'-19'0,"0"0"5063,0 0-5063,0 0 2818,-7-10-2818,2 7 1719,-3-7-1719,4 10 6784,0 4-6784,3 1 0,-4 4 0,5 1 0,0-1 0,0 0 0,5 5 0,-4-3 0,7 2 0,-3 1 0,5-4 0,-1 8 0,1-3 0,-1 8 0,1-3 0,-5 8 0,4-4 0,-8 9 0,7-4 0,-3 8 0,5 1 0,1 12 0,-5-10 0,5 7 0,-10-17 0,3 7 0,-4-4 0,0 5 0,0-4 0,0 34 0,0-26 0,-4 27 0,-2-31 0,-3 0 0,-1-4 0,0 3 0,-3-4 0,2 5 0,-3-4 0,4 3 0,1-7 0,-1 2 0,5-3 0,1-1 0,4 1 0,4-5 0,1 4 0,5-4 0,-1 0 0,1 4 0,3-8 0,-2 7 0,3-3 0,-1 1 0,-2 2 0,7-7 0,-8 3 0,4-4 0,-13-8 0,2-3 0,-11-4 0,0-31 0,-4 13 0,0-17 0,-15-11 0,14 35 0,-12-25 0,19 37 0,-2 0 0,3 8 0,-1-2 0,2 7 0,4-3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4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19 24575,'5'-4'0,"4"3"0,-4-3 0,0 0 0,4 3 0,-4-4 0,5 5 0,-1 9 0,1-3 0,-1 8 0,1-1 0,3 2 0,-2 0 0,7 3 0,-8-7 0,0 2 0,-2-3 0,-2-1 0,-1 5 0,3-3 0,-7 2 0,4 1 0,-5 1 0,0 0 0,0-2 0,0-3 0,0-1 0,0 1 0,-5-1 0,4 1 0,-7-5 0,7 4 0,-8-4 0,4 9 0,-5-8 0,1 2 0,-10-8 0,8 0 0,-12 0 0,8-4 0,1 3 0,-15-9 0,2-4 0,-1 0 0,0-8 0,22 11 0,-3-3 0,9 5 0,0-5 0,0 3 0,0-7 0,4 8 0,-3-4 0,8 4 0,-2-14 0,-1 11 0,4-11 0,-5 10 0,1 3 0,-2 2 0,-4 5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5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18220,'3'0'0,"-1"0"2883,16 0-2883,-7 0 1086,2 0-1086,-3 0 569,-1 0-569,1 0 1817,0 0-1817,-1 0 0,1 0 0,-5 5 0,3-4 0,-2 3 0,-1-4 0,-1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6.8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 1 24575,'-5'19'0,"-16"31"0,8-24 0,-12 24 0,19-35 0,-4 13 0,4-10 0,-1 11 0,-2-10 0,8-4 0,-7 3 0,7-8 0,-4 8 0,5-3 0,0 4 0,0-4 0,0 3 0,0-8 0,0 4 0,0-5 0,0 1 0,0-1 0,5 1 0,-4-1 0,7-3 0,-3 6 0,5-5 0,4 11 0,-4-12 0,4 7 0,-5-12 0,1 3 0,-1-4 0,1 0 0,-1 0 0,-3-4 0,2-2 0,-7-3 0,3-1 0,-4 0 0,0 1 0,-4-5 0,-1 3 0,-5-2 0,-4 3 0,-11-8 0,8 7 0,-11-7 0,17 8 0,-3 1 0,4-5 0,-3 3 0,2-3 0,1 5 0,6 3 0,4 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7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24575,'0'4'0,"0"6"0,0 6 0,0 2 0,0-4 0,4 0 0,-3 1 0,8-5 0,-4-2 0,4-3 0,1 1 0,-1-2 0,1 0 0,4 1 0,0 1 0,1 2 0,-1-7 0,0 12 0,-4-7 0,4 8 0,-5-5 0,1 1 0,-5-1 0,4 1 0,-8 4 0,7 0 0,-7 1 0,3 3 0,-4-7 0,0 2 0,0-3 0,0-1 0,0 1 0,0 0 0,0-1 0,-4-4 0,-1 4 0,-5-4 0,5 5 0,-8 3 0,7-6 0,-4 1 0,6-8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8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 24575,'34'0'0,"-12"-5"0,7 4 0,-11-3 0,-7 4 0,3 0 0,-5 0 0,1 0 0,3 0 0,-2 0 0,3 0 0,-5 0 0,1 0 0,-1 0 0,1 0 0,-1 0 0,-3 0 0,-2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39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24575,'4'9'0,"2"64"0,1 22 0,3-33 0,1 1-1327,-2 30 0,1 1 1327,4-18 0,-1-9 0,-6-9 844,10 21-844,-10-19 437,-1-38-437,0 3 0,-2-7 0,-3-8 1373,3 4-1373,-4-5 0,4 1 0,-2-1 0,2 1 0,-4-1 0,4-3 0,-3 2 0,3-3 0,-4 9 0,0-3 0,6 17 0,-4-11 0,4 22 0,-6-21 0,4 10 0,-3-18 0,4 0 0,-5-6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6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24575,'4'9'0,"-2"23"0,8-2 0,-4 10 0,1 0 0,1-23 0,-7 7 0,8-11 0,-8-2 0,7 3 0,-7-5 0,4-3 0,-5-2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7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0 24575,'-9'18'0,"7"-6"0,-11 6 0,12-9 0,-7 1 0,7-1 0,-4 1 0,1-5 0,3 4 0,-3-4 0,4 4 0,0 1 0,0-1 0,4 1 0,-3-1 0,7 1 0,-2-1 0,3 1 0,1-1 0,-1 1 0,1-1 0,3 5 0,-2-3 0,3 2 0,-5-3 0,1-5 0,-1 8 0,1-7 0,-5 8 0,3-5 0,-7 1 0,4-1 0,-1 1 0,-3-1 0,3 1 0,-4-1 0,0 1 0,0-1 0,0 1 0,-4-1 0,-1 1 0,-5-5 0,0-1 0,1-4 0,3 0 0,2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8:58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65 24575,'9'-9'0,"40"-11"0,-25 12 0,40-12 0,-42 18 0,17-4 0,-17 6 0,2 0 0,-10 0 0,-4 0 0,-1 0 0,-4 0 0,0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1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1 24575,'0'13'0,"-20"33"0,11-19 0,-32 54 0,26-44 0,-11 16 0,19-24 0,3-15 0,4 0 0,0-4 0,0-1 0,4-4 0,-3 4 0,7-8 0,-2 7 0,3-2 0,15 5 0,-11-1 0,15 2 0,-17-3 0,3-4 0,-5 4 0,5-4 0,-4 5 0,4-1 0,-4-4 0,-5 4 0,3-4 0,-2 9 0,-1-4 0,-1 4 0,0-9 0,-3 8 0,4-7 0,-5 8 0,0-4 0,4 3 0,-3-2 0,3 3 0,-4-5 0,-4 1 0,3-1 0,-8-4 0,8 4 0,-7-4 0,2 0 0,1 4 0,-3-8 0,6 3 0,-2-4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1.8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 24575,'14'-5'0,"32"4"0,-19-7 0,23 7 0,-21-4 0,-8 5 0,19-6 0,-9 5 0,1-6 0,-7 7 0,-11 0 0,-5 0 0,1 0 0,-1 0 0,1 0 0,-1 0 0,1 0 0,-1 0 0,1 0 0,-1 0 0,-3 0 0,-2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2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24575,'5'19'0,"7"31"0,0 10 0,-7 34-650,5-35 0,-1 1 650,-8-6 0,-2-7 0,1-15 0,0 52 173,0-37-173,0 5 0,0-12 0,0-8 276,0-5-276,0-3 0,0-15 0,0-3 0,0-2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3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24575,'4'6'0,"55"24"0,20-12 0,-7 9 0,11 2-1646,-12-15 0,5-4 1,1 1 1645,0 4 0,2 1 0,4-1-916,3-4 1,6-1 0,1-2 0,-4 0 915,10-1 0,-3-2 0,1 2 0,-1 3 0,0 2 0,9-4 0,-13-5 0,8-2 0,4-2 0,-2 1 0,-8 1-695,-8 2 1,-7 1 0,1 0-1,8-2 695,1 0 0,8-2 0,5 0 0,0-1 0,-5 1 0,-8-1 0,1 1 0,-7 0 0,-3 0 0,0 0-514,2 0 1,1 0 0,-3 0-1,-7 0 514,27 0 0,-12 0 499,-26 0 0,-8 0-499,5 0 2499,-46-4-2499,11 3 5225,-15-3-5225,1 4 4595,0 0-4595,-1 0 113,-4-5-113,4 4 0,-4-7 0,0 7 0,0-3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7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0 24575,'-4'15'0,"3"-1"0,-10 10 0,5-11 0,-5 15 0,5-3 0,2-8 0,4 7 0,0-14 0,0 3 0,0-2 0,0 3 0,0-5 0,0 1 0,4-5 0,2 3 0,3 2 0,1 0 0,-1 4 0,1-4 0,-1-1 0,5 1 0,1 3 0,-1-6 0,4 10 0,-3-7 0,4 5 0,-4-1 0,3-1 0,-3-2 0,4 7 0,-5-8 0,0 8 0,-4-11 0,-5 10 0,-1-11 0,-4 8 0,0-5 0,0 5 0,0 1 0,0 4 0,0-4 0,-4-2 0,3 1 0,-12 1 0,11 0 0,-11-2 0,8-3 0,-5-5 0,-4 4 0,4-8 0,-8 3 0,7-4 0,-3 0 0,5 0 0,-1 0 0,0 0 0,5 0 0,1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07.6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24575,'15'-4'0,"36"3"0,7 1 0,-10-4 0,32 4 0,4 0 0,-11-10 0,6 7 0,-19-6 0,-38 9 0,17 0 0,-22 0 0,7 0 0,-18 0 0,-2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1.1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 24575,'9'0'0,"5"0"0,5 0 0,11 0 0,-4 0 0,13 0 0,14 0 0,-20 0 0,26-7 0,-46 6 0,11-5 0,-15 6 0,1-5 0,-1 4 0,1-3 0,-1 0 0,1 3 0,-5-4 0,-1 5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1.6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24575,'10'0'0,"14"6"0,-7-4 0,43 4 0,19-6-957,15 0 957,-39 0 0,-1 0 0,35 0 0,0 0 0,-21 0 235,-16 0-235,-22-4 0,-11 3 0,-5-8 0,0 8 0,-9-7 0,0 7 0,-5-4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2.1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24575,'5'10'0,"0"76"0,-5-18 0,0-2 0,0 0 0,0 6 0,0-9 0,0-32 0,0-2 0,0-14 0,0-1 0,0-5 0,0 1 0,0-1 0,0-3 0,0-2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3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8191,'15'-6'0,"-1"2"5063,-5 4-5063,1 0 2818,-5 4-2818,3 2 1719,-2 3-1719,3 1 6784,1-1-6784,-1 5 0,5-4 0,-4 8 0,4-7 0,0 7 0,-4-8 0,4 4 0,-4-4 0,-1-1 0,1 1 0,-5-1 0,3 1 0,-7-1 0,4 1 0,-1-1 0,-3 1 0,3-1 0,-4 5 0,-4 1 0,-1 4 0,-1 0 0,-2-4 0,2 2 0,-3-6 0,-1 3 0,0-5 0,5 1 0,-3-5 0,7 4 0,-8-8 0,4 3 0,-5-4 0,-4 0 0,4-4 0,-9-2 0,13-3 0,-7-1 0,8-4 0,0-1 0,-6-14 0,10 7 0,-10-7 0,10 10 0,-3 4 0,4-13 0,0 10 0,0-11 0,0 0 0,0 7 0,4-3 0,1 7 0,5 3 0,-1 0 0,-3 1 0,-2 9 0,-4 1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3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24575,'0'0'0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4.5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0 115 8191,'6'-15'0,"2"2"5063,-3 3-5063,5 5 2818,-1-8-2818,1 11 1719,4-11-1719,11 6 6784,-8-4-6784,11 4 0,-17 3 0,17-2 0,-11 4 0,8-4 0,-11 10 0,-5 1 0,1 5 0,-1-1 0,1 5 0,3 1 0,0 14 0,1-7 0,-2 3 0,-3-7 0,1-8 0,-5 8 0,3-3 0,-7 0 0,4 3 0,-5 1 0,0 1 0,-5 3 0,-2 6 0,-3-7 0,-2 7 0,3-19 0,-3 17 0,2-18 0,-6 19 0,6-13 0,-4 0 0,0 3 0,3-8 0,-2 4 0,3 0 0,0-3 0,1 2 0,22-7 0,-8-2 0,33-4 0,-11 0 0,15 0 0,-14 0 0,10 0 0,-21 0 0,13 0 0,-11 0 0,-5 0 0,0 0 0,-4 0 0,-5 0 0,-1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8.6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73 184 24575,'6'10'0,"-2"-1"0,0 5 0,-3-3 0,3 7 0,-4 7 0,-4-4 0,3 19 0,-9-9 0,2 11 0,0 21 0,-4-16 0,10 16 0,-4-36 0,6 11 0,0-24 0,0 14 0,0-18 0,0 4 0,0-5 0,0 1 0,0-1 0,0-8 0,0-6 0,0-10 0,0-4 0,-8-26 0,-2-10 0,6-36 0,-6 33 0,2 2 0,8-14 0,0 40 0,4 13 0,3-22 0,-1 26 0,11-34 0,-11 32 0,18-32 0,-12 30 0,5-8 0,-3 7 0,-3 11 0,-2-6 0,0 12 0,-4 1 0,0 6 0,8 12 0,-5 8 0,8 10 0,2 13 0,2 4 0,6 4 0,11 35 0,-20-67 0,-12-12 0,4-3 0,-4-1 0,5-3 0,-1-2 0,1-4 0,-1-4 0,1-6 0,-1-5 0,16-35 0,-11 23 0,11-23 0,-14 21 0,7-45 0,-9 32 0,7-29 0,-8 42 0,-3 11 0,6-1 0,-6 19 0,0 5 0,4 4 0,-8 9 0,9 8 0,-8 31 0,10-10 0,-10 37 0,4-37 0,-6 36 0,0-50 0,0 16 0,0-34 0,0 0 0,0-6 0,0-5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19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86 24575,'6'4'0,"2"2"0,-7 3 0,3 5 0,-4-4 0,0 39 0,0-16 0,-10 51 0,8-48 0,-18 46 0,13-56 0,-3 25 0,-3 0 0,2-23 0,-9 52 0,15-63 0,-6 8 0,10-11 0,-3-5 0,8-12 0,1-3 0,20-44 0,-11 27 0,26-57 0,-24 47 0,17-30 0,-4 0 0,8-5 0,-12 10 0,14-23 0,-21 44 0,17-26 0,-15 32 0,-3 6 0,-7 7 0,-1 11 0,-3 3 0,2 5 0,-7 7 0,8-2 0,-8 3 0,7 1 0,-7-1 0,8 5 0,-2 11 0,-1-4 0,0 4 0,6 45 0,3 10 0,0 3 0,4 12 0,-2-7 0,-11-41 0,6 23 0,0-9 0,-8-46 0,-3 13 0,8-15 0,-8 11 0,7-18 0,-7-2 0,3-4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0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24575,'10'0'0,"4"0"0,31 0 0,34 12 0,13-9 0,-14 9 0,21-12 0,-67 0 0,19 0 0,0 0 0,-14 0 0,11 0 0,-24 0 0,-14 0 0,-1 0 0,-4 0 0,0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0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56 24575,'14'-4'0,"52"3"0,-3-14 0,16 13 0,2-8 0,-44 4 0,15 4 0,-27-4 0,-15 2 0,-6 3 0,-4-4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1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0 24575,'-4'5'0,"3"4"0,-3-4 0,4 5 0,0-1 0,-5 1 0,0 8 0,0-2 0,1 7 0,4-4 0,0 10 0,0-12 0,0 42 0,4-40 0,-3 25 0,9-20 0,-4-11 0,7 26 0,-7-26 0,5 6 0,-10-6 0,3-7 0,0 8 0,-3 4 0,3-6 0,1 6 0,-4-5 0,3-2 0,0 3 0,-3-5 0,8-3 0,-8 2 0,7-7 0,-7 8 0,8-8 0,-4 3 0,9-4 0,0 4 0,5-3 0,11 3 0,1-4 0,11 6 0,-10-4 0,28 4 0,-37-6 0,26 4 0,-39-3 0,4 4 0,-5-5 0,1 0 0,-1 0 0,-3 0 0,-2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2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24575,'28'0'0,"31"0"0,-41 0 0,41 0 0,-10 0 0,-12 0 0,13 0 0,-31 0 0,-4 0 0,-2 0 0,-7 0 0,-2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2.7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14505,'10'0'0,"-1"0"4191,1 0-4191,-1 0 1743,1 0-1743,4 0 949,-4 0-949,18 0 3187,0 0-3187,3 0 0,9 0 0,-19-4 0,9 3 0,-11-3 0,10 4 0,-8 0 0,39-10 0,-33 7 0,23-7 0,-39 10 0,-3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9:19:23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24575,'9'0'0,"5"0"0,1 4 0,55-3 0,-20 1 0,5 1-774,21 3 1,10 1 773,0-5 0,8-3 0,-11 3-685,-17 5 1,-2 0 684,13-6 0,7-1 0,-20-1 0,-22 1 687,27 0-687,-45 0 0,-15 0 0,-3 0 0,-2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8:51:15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24575,'6'0'0,"-2"0"0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5AC5-E448-5E04-3A31-7F1BA19493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B61AE6-14F7-89D7-D007-C8CA3EDED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51096-BDDE-2A21-45A5-2187B539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CB1C1-0FA9-F94E-C793-837B0C8E6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09CDD-C602-947E-9D2A-61F87F0F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103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DBC31-0F53-CE1B-296E-1EBC5F89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CFC7C-FB4D-13A0-7646-59B7B5ED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BB9AC-2001-FCB1-7ED4-6D073F8BC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E21DD3-9FED-8B09-5C0A-5A959F120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3506A-DC3A-C545-F453-357351CD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68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51B7-3520-F123-204F-2D746C33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B1364-47FF-7ACB-7950-094F42E92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81CEAA-5787-6A11-856F-ED3130384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333F7-E9C1-A6F8-D116-BB8CBFB3A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9BF04-0D76-1C02-4A1A-C33060D3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51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D516-025F-F14F-E668-C4A64A0B5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BD2AB-5D8F-6077-C6DA-C205FB7F5F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9BFEBD-D5B6-2738-C74A-650E1F53A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F0282-DB7A-B0FF-B0BB-B8A5A9E83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5397F-33DE-F514-007A-0DFA1877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9DE63-1EB6-55D1-7691-1D67849DE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049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048D-2FA6-1BAC-9A7A-5F5EB084D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39D099-0B0F-E02B-B47C-D5BF0B079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A289C-7CC8-4F1B-647D-5FF642025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DB5E2-62BB-C325-48F3-E610EA7C5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739F1-90F8-5743-C2D1-9C0ACE81C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3D33F7-877A-9B7C-6629-885EE69C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114864-42F3-1F35-3AFE-0F8EE30F8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5482F-9F36-1CA8-02B5-74E76F41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25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D86E-2C5E-84C3-E5AA-B78FE28C2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79713E-A3CC-533C-22F9-AE02E670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9ABECE-263A-F720-396B-56A87049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58DEB-B8C4-5E99-C161-1AA9E7E3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36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0DA27C-9C25-5C8B-EE03-F2DF3C0D6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065C8-9797-4C38-8946-DB293E7B4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C4974-0B0E-AF1C-467C-628B1D45A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41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1C72-61F8-C5DB-A55E-47A98730F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8C416-A5D8-17F2-CAA0-0E820C689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CA6860-176C-B19E-637A-D756C705A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CE6FF-B7FE-F094-533F-051A39589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7C1EF-1E57-DE2C-1506-2A06E8B3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6C384-54EB-D795-D999-F6132B53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18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8BBC9-0C5E-0318-7F81-918FF5AD0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75A17-D479-7ED6-98BC-7D16A7325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2B4E0-FAC9-1BAE-9667-0EB1706DE1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B64F6-7C71-B4FE-F741-5E7B986D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F4E53-F668-6FE1-276A-ABA5A89D8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61F39F-3E37-2F10-173A-15947DFE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9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2A3B-0202-1BC9-815A-C27C8FC40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9E78A-7E39-D987-A6D7-8F3678B738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B3CB6-0FE7-7BA3-D165-D693C1010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336B2-7162-5A11-49D6-C602CEE8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FAC41-BD3A-04D9-4C69-430E73B8E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ECE9FF-2800-22F0-4EF3-506080A14D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723B84-EC5B-3F4B-6CDB-0C69EE21F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5081B-2C22-032E-E30D-3308C0ADA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0812F-DB16-61C6-4AAB-DCA1E89FD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2523B-15FF-CB21-553A-C87F472F9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473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91DB5-48C8-4731-518C-D26F4B949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5685B-509C-7B1D-2581-16B53D9F2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DAF7D-5432-C0C3-CB04-5881AE95E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BB3E1E-2B9D-5644-8AD8-A086560F1486}" type="datetimeFigureOut">
              <a:rPr lang="en-US" smtClean="0"/>
              <a:t>11/6/25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9C9CC-C902-26A1-0688-763B42CDA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D807E-6099-ADE1-445A-2F8646F4C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F89B01-CE90-6249-A0A2-AF4994DA91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9.png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12" Type="http://schemas.openxmlformats.org/officeDocument/2006/relationships/customXml" Target="../ink/ink33.xml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11" Type="http://schemas.openxmlformats.org/officeDocument/2006/relationships/image" Target="../media/image32.png"/><Relationship Id="rId5" Type="http://schemas.openxmlformats.org/officeDocument/2006/relationships/image" Target="../media/image29.png"/><Relationship Id="rId15" Type="http://schemas.openxmlformats.org/officeDocument/2006/relationships/image" Target="../media/image34.png"/><Relationship Id="rId10" Type="http://schemas.openxmlformats.org/officeDocument/2006/relationships/customXml" Target="../ink/ink32.xml"/><Relationship Id="rId4" Type="http://schemas.openxmlformats.org/officeDocument/2006/relationships/customXml" Target="../ink/ink29.xml"/><Relationship Id="rId9" Type="http://schemas.openxmlformats.org/officeDocument/2006/relationships/image" Target="../media/image31.png"/><Relationship Id="rId14" Type="http://schemas.openxmlformats.org/officeDocument/2006/relationships/customXml" Target="../ink/ink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5" Type="http://schemas.openxmlformats.org/officeDocument/2006/relationships/image" Target="../media/image36.png"/><Relationship Id="rId4" Type="http://schemas.openxmlformats.org/officeDocument/2006/relationships/customXml" Target="../ink/ink36.xml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97.xml"/><Relationship Id="rId21" Type="http://schemas.openxmlformats.org/officeDocument/2006/relationships/customXml" Target="../ink/ink49.xml"/><Relationship Id="rId42" Type="http://schemas.openxmlformats.org/officeDocument/2006/relationships/image" Target="../media/image58.png"/><Relationship Id="rId63" Type="http://schemas.openxmlformats.org/officeDocument/2006/relationships/customXml" Target="../ink/ink70.xml"/><Relationship Id="rId84" Type="http://schemas.openxmlformats.org/officeDocument/2006/relationships/image" Target="../media/image79.png"/><Relationship Id="rId138" Type="http://schemas.openxmlformats.org/officeDocument/2006/relationships/image" Target="../media/image106.png"/><Relationship Id="rId159" Type="http://schemas.openxmlformats.org/officeDocument/2006/relationships/customXml" Target="../ink/ink118.xml"/><Relationship Id="rId170" Type="http://schemas.openxmlformats.org/officeDocument/2006/relationships/image" Target="../media/image122.png"/><Relationship Id="rId191" Type="http://schemas.openxmlformats.org/officeDocument/2006/relationships/customXml" Target="../ink/ink134.xml"/><Relationship Id="rId205" Type="http://schemas.openxmlformats.org/officeDocument/2006/relationships/customXml" Target="../ink/ink141.xml"/><Relationship Id="rId226" Type="http://schemas.openxmlformats.org/officeDocument/2006/relationships/image" Target="../media/image150.png"/><Relationship Id="rId107" Type="http://schemas.openxmlformats.org/officeDocument/2006/relationships/customXml" Target="../ink/ink92.xml"/><Relationship Id="rId11" Type="http://schemas.openxmlformats.org/officeDocument/2006/relationships/customXml" Target="../ink/ink44.xml"/><Relationship Id="rId32" Type="http://schemas.openxmlformats.org/officeDocument/2006/relationships/image" Target="../media/image53.png"/><Relationship Id="rId53" Type="http://schemas.openxmlformats.org/officeDocument/2006/relationships/customXml" Target="../ink/ink65.xml"/><Relationship Id="rId74" Type="http://schemas.openxmlformats.org/officeDocument/2006/relationships/image" Target="../media/image74.png"/><Relationship Id="rId128" Type="http://schemas.openxmlformats.org/officeDocument/2006/relationships/image" Target="../media/image101.png"/><Relationship Id="rId149" Type="http://schemas.openxmlformats.org/officeDocument/2006/relationships/customXml" Target="../ink/ink113.xml"/><Relationship Id="rId5" Type="http://schemas.openxmlformats.org/officeDocument/2006/relationships/image" Target="../media/image40.png"/><Relationship Id="rId95" Type="http://schemas.openxmlformats.org/officeDocument/2006/relationships/customXml" Target="../ink/ink86.xml"/><Relationship Id="rId160" Type="http://schemas.openxmlformats.org/officeDocument/2006/relationships/image" Target="../media/image117.png"/><Relationship Id="rId181" Type="http://schemas.openxmlformats.org/officeDocument/2006/relationships/customXml" Target="../ink/ink129.xml"/><Relationship Id="rId216" Type="http://schemas.openxmlformats.org/officeDocument/2006/relationships/image" Target="../media/image145.png"/><Relationship Id="rId22" Type="http://schemas.openxmlformats.org/officeDocument/2006/relationships/image" Target="../media/image48.png"/><Relationship Id="rId43" Type="http://schemas.openxmlformats.org/officeDocument/2006/relationships/customXml" Target="../ink/ink60.xml"/><Relationship Id="rId64" Type="http://schemas.openxmlformats.org/officeDocument/2006/relationships/image" Target="../media/image69.png"/><Relationship Id="rId118" Type="http://schemas.openxmlformats.org/officeDocument/2006/relationships/image" Target="../media/image96.png"/><Relationship Id="rId139" Type="http://schemas.openxmlformats.org/officeDocument/2006/relationships/customXml" Target="../ink/ink108.xml"/><Relationship Id="rId85" Type="http://schemas.openxmlformats.org/officeDocument/2006/relationships/customXml" Target="../ink/ink81.xml"/><Relationship Id="rId150" Type="http://schemas.openxmlformats.org/officeDocument/2006/relationships/image" Target="../media/image112.png"/><Relationship Id="rId171" Type="http://schemas.openxmlformats.org/officeDocument/2006/relationships/customXml" Target="../ink/ink124.xml"/><Relationship Id="rId192" Type="http://schemas.openxmlformats.org/officeDocument/2006/relationships/image" Target="../media/image133.png"/><Relationship Id="rId206" Type="http://schemas.openxmlformats.org/officeDocument/2006/relationships/image" Target="../media/image140.png"/><Relationship Id="rId227" Type="http://schemas.openxmlformats.org/officeDocument/2006/relationships/customXml" Target="../ink/ink152.xml"/><Relationship Id="rId12" Type="http://schemas.openxmlformats.org/officeDocument/2006/relationships/image" Target="../media/image43.png"/><Relationship Id="rId33" Type="http://schemas.openxmlformats.org/officeDocument/2006/relationships/customXml" Target="../ink/ink55.xml"/><Relationship Id="rId108" Type="http://schemas.openxmlformats.org/officeDocument/2006/relationships/image" Target="../media/image91.png"/><Relationship Id="rId129" Type="http://schemas.openxmlformats.org/officeDocument/2006/relationships/customXml" Target="../ink/ink103.xml"/><Relationship Id="rId54" Type="http://schemas.openxmlformats.org/officeDocument/2006/relationships/image" Target="../media/image64.png"/><Relationship Id="rId75" Type="http://schemas.openxmlformats.org/officeDocument/2006/relationships/customXml" Target="../ink/ink76.xml"/><Relationship Id="rId96" Type="http://schemas.openxmlformats.org/officeDocument/2006/relationships/image" Target="../media/image85.png"/><Relationship Id="rId140" Type="http://schemas.openxmlformats.org/officeDocument/2006/relationships/image" Target="../media/image107.png"/><Relationship Id="rId161" Type="http://schemas.openxmlformats.org/officeDocument/2006/relationships/customXml" Target="../ink/ink119.xml"/><Relationship Id="rId182" Type="http://schemas.openxmlformats.org/officeDocument/2006/relationships/image" Target="../media/image128.png"/><Relationship Id="rId217" Type="http://schemas.openxmlformats.org/officeDocument/2006/relationships/customXml" Target="../ink/ink147.xml"/><Relationship Id="rId6" Type="http://schemas.openxmlformats.org/officeDocument/2006/relationships/customXml" Target="../ink/ink41.xml"/><Relationship Id="rId23" Type="http://schemas.openxmlformats.org/officeDocument/2006/relationships/customXml" Target="../ink/ink50.xml"/><Relationship Id="rId119" Type="http://schemas.openxmlformats.org/officeDocument/2006/relationships/customXml" Target="../ink/ink98.xml"/><Relationship Id="rId44" Type="http://schemas.openxmlformats.org/officeDocument/2006/relationships/image" Target="../media/image59.png"/><Relationship Id="rId65" Type="http://schemas.openxmlformats.org/officeDocument/2006/relationships/customXml" Target="../ink/ink71.xml"/><Relationship Id="rId86" Type="http://schemas.openxmlformats.org/officeDocument/2006/relationships/image" Target="../media/image80.png"/><Relationship Id="rId130" Type="http://schemas.openxmlformats.org/officeDocument/2006/relationships/image" Target="../media/image102.png"/><Relationship Id="rId151" Type="http://schemas.openxmlformats.org/officeDocument/2006/relationships/customXml" Target="../ink/ink114.xml"/><Relationship Id="rId172" Type="http://schemas.openxmlformats.org/officeDocument/2006/relationships/image" Target="../media/image123.png"/><Relationship Id="rId193" Type="http://schemas.openxmlformats.org/officeDocument/2006/relationships/customXml" Target="../ink/ink135.xml"/><Relationship Id="rId207" Type="http://schemas.openxmlformats.org/officeDocument/2006/relationships/customXml" Target="../ink/ink142.xml"/><Relationship Id="rId228" Type="http://schemas.openxmlformats.org/officeDocument/2006/relationships/image" Target="../media/image151.png"/><Relationship Id="rId13" Type="http://schemas.openxmlformats.org/officeDocument/2006/relationships/customXml" Target="../ink/ink45.xml"/><Relationship Id="rId109" Type="http://schemas.openxmlformats.org/officeDocument/2006/relationships/customXml" Target="../ink/ink93.xml"/><Relationship Id="rId34" Type="http://schemas.openxmlformats.org/officeDocument/2006/relationships/image" Target="../media/image54.png"/><Relationship Id="rId55" Type="http://schemas.openxmlformats.org/officeDocument/2006/relationships/customXml" Target="../ink/ink66.xml"/><Relationship Id="rId76" Type="http://schemas.openxmlformats.org/officeDocument/2006/relationships/image" Target="../media/image75.png"/><Relationship Id="rId97" Type="http://schemas.openxmlformats.org/officeDocument/2006/relationships/customXml" Target="../ink/ink87.xml"/><Relationship Id="rId120" Type="http://schemas.openxmlformats.org/officeDocument/2006/relationships/image" Target="../media/image97.png"/><Relationship Id="rId141" Type="http://schemas.openxmlformats.org/officeDocument/2006/relationships/customXml" Target="../ink/ink109.xml"/><Relationship Id="rId7" Type="http://schemas.openxmlformats.org/officeDocument/2006/relationships/image" Target="../media/image41.png"/><Relationship Id="rId162" Type="http://schemas.openxmlformats.org/officeDocument/2006/relationships/image" Target="../media/image118.png"/><Relationship Id="rId183" Type="http://schemas.openxmlformats.org/officeDocument/2006/relationships/customXml" Target="../ink/ink130.xml"/><Relationship Id="rId218" Type="http://schemas.openxmlformats.org/officeDocument/2006/relationships/image" Target="../media/image146.png"/><Relationship Id="rId24" Type="http://schemas.openxmlformats.org/officeDocument/2006/relationships/image" Target="../media/image49.png"/><Relationship Id="rId45" Type="http://schemas.openxmlformats.org/officeDocument/2006/relationships/customXml" Target="../ink/ink61.xml"/><Relationship Id="rId66" Type="http://schemas.openxmlformats.org/officeDocument/2006/relationships/image" Target="../media/image70.png"/><Relationship Id="rId87" Type="http://schemas.openxmlformats.org/officeDocument/2006/relationships/customXml" Target="../ink/ink82.xml"/><Relationship Id="rId110" Type="http://schemas.openxmlformats.org/officeDocument/2006/relationships/image" Target="../media/image92.png"/><Relationship Id="rId131" Type="http://schemas.openxmlformats.org/officeDocument/2006/relationships/customXml" Target="../ink/ink104.xml"/><Relationship Id="rId152" Type="http://schemas.openxmlformats.org/officeDocument/2006/relationships/image" Target="../media/image113.png"/><Relationship Id="rId173" Type="http://schemas.openxmlformats.org/officeDocument/2006/relationships/customXml" Target="../ink/ink125.xml"/><Relationship Id="rId194" Type="http://schemas.openxmlformats.org/officeDocument/2006/relationships/image" Target="../media/image134.png"/><Relationship Id="rId208" Type="http://schemas.openxmlformats.org/officeDocument/2006/relationships/image" Target="../media/image141.png"/><Relationship Id="rId229" Type="http://schemas.openxmlformats.org/officeDocument/2006/relationships/customXml" Target="../ink/ink153.xml"/><Relationship Id="rId14" Type="http://schemas.openxmlformats.org/officeDocument/2006/relationships/image" Target="../media/image44.png"/><Relationship Id="rId35" Type="http://schemas.openxmlformats.org/officeDocument/2006/relationships/customXml" Target="../ink/ink56.xml"/><Relationship Id="rId56" Type="http://schemas.openxmlformats.org/officeDocument/2006/relationships/image" Target="../media/image65.png"/><Relationship Id="rId77" Type="http://schemas.openxmlformats.org/officeDocument/2006/relationships/customXml" Target="../ink/ink77.xml"/><Relationship Id="rId100" Type="http://schemas.openxmlformats.org/officeDocument/2006/relationships/image" Target="../media/image87.png"/><Relationship Id="rId8" Type="http://schemas.openxmlformats.org/officeDocument/2006/relationships/customXml" Target="../ink/ink42.xml"/><Relationship Id="rId98" Type="http://schemas.openxmlformats.org/officeDocument/2006/relationships/image" Target="../media/image86.png"/><Relationship Id="rId121" Type="http://schemas.openxmlformats.org/officeDocument/2006/relationships/customXml" Target="../ink/ink99.xml"/><Relationship Id="rId142" Type="http://schemas.openxmlformats.org/officeDocument/2006/relationships/image" Target="../media/image108.png"/><Relationship Id="rId163" Type="http://schemas.openxmlformats.org/officeDocument/2006/relationships/customXml" Target="../ink/ink120.xml"/><Relationship Id="rId184" Type="http://schemas.openxmlformats.org/officeDocument/2006/relationships/image" Target="../media/image129.png"/><Relationship Id="rId219" Type="http://schemas.openxmlformats.org/officeDocument/2006/relationships/customXml" Target="../ink/ink148.xml"/><Relationship Id="rId230" Type="http://schemas.openxmlformats.org/officeDocument/2006/relationships/image" Target="../media/image152.png"/><Relationship Id="rId25" Type="http://schemas.openxmlformats.org/officeDocument/2006/relationships/customXml" Target="../ink/ink51.xml"/><Relationship Id="rId46" Type="http://schemas.openxmlformats.org/officeDocument/2006/relationships/image" Target="../media/image60.png"/><Relationship Id="rId67" Type="http://schemas.openxmlformats.org/officeDocument/2006/relationships/customXml" Target="../ink/ink72.xml"/><Relationship Id="rId116" Type="http://schemas.openxmlformats.org/officeDocument/2006/relationships/image" Target="../media/image95.png"/><Relationship Id="rId137" Type="http://schemas.openxmlformats.org/officeDocument/2006/relationships/customXml" Target="../ink/ink107.xml"/><Relationship Id="rId158" Type="http://schemas.openxmlformats.org/officeDocument/2006/relationships/image" Target="../media/image116.png"/><Relationship Id="rId20" Type="http://schemas.openxmlformats.org/officeDocument/2006/relationships/image" Target="../media/image47.png"/><Relationship Id="rId41" Type="http://schemas.openxmlformats.org/officeDocument/2006/relationships/customXml" Target="../ink/ink59.xml"/><Relationship Id="rId62" Type="http://schemas.openxmlformats.org/officeDocument/2006/relationships/image" Target="../media/image68.png"/><Relationship Id="rId83" Type="http://schemas.openxmlformats.org/officeDocument/2006/relationships/customXml" Target="../ink/ink80.xml"/><Relationship Id="rId88" Type="http://schemas.openxmlformats.org/officeDocument/2006/relationships/image" Target="../media/image81.png"/><Relationship Id="rId111" Type="http://schemas.openxmlformats.org/officeDocument/2006/relationships/customXml" Target="../ink/ink94.xml"/><Relationship Id="rId132" Type="http://schemas.openxmlformats.org/officeDocument/2006/relationships/image" Target="../media/image103.png"/><Relationship Id="rId153" Type="http://schemas.openxmlformats.org/officeDocument/2006/relationships/customXml" Target="../ink/ink115.xml"/><Relationship Id="rId174" Type="http://schemas.openxmlformats.org/officeDocument/2006/relationships/image" Target="../media/image124.png"/><Relationship Id="rId179" Type="http://schemas.openxmlformats.org/officeDocument/2006/relationships/customXml" Target="../ink/ink128.xml"/><Relationship Id="rId195" Type="http://schemas.openxmlformats.org/officeDocument/2006/relationships/customXml" Target="../ink/ink136.xml"/><Relationship Id="rId209" Type="http://schemas.openxmlformats.org/officeDocument/2006/relationships/customXml" Target="../ink/ink143.xml"/><Relationship Id="rId190" Type="http://schemas.openxmlformats.org/officeDocument/2006/relationships/image" Target="../media/image132.png"/><Relationship Id="rId204" Type="http://schemas.openxmlformats.org/officeDocument/2006/relationships/image" Target="../media/image139.png"/><Relationship Id="rId220" Type="http://schemas.openxmlformats.org/officeDocument/2006/relationships/image" Target="../media/image147.png"/><Relationship Id="rId225" Type="http://schemas.openxmlformats.org/officeDocument/2006/relationships/customXml" Target="../ink/ink151.xml"/><Relationship Id="rId15" Type="http://schemas.openxmlformats.org/officeDocument/2006/relationships/customXml" Target="../ink/ink46.xml"/><Relationship Id="rId36" Type="http://schemas.openxmlformats.org/officeDocument/2006/relationships/image" Target="../media/image55.png"/><Relationship Id="rId57" Type="http://schemas.openxmlformats.org/officeDocument/2006/relationships/customXml" Target="../ink/ink67.xml"/><Relationship Id="rId106" Type="http://schemas.openxmlformats.org/officeDocument/2006/relationships/image" Target="../media/image90.png"/><Relationship Id="rId127" Type="http://schemas.openxmlformats.org/officeDocument/2006/relationships/customXml" Target="../ink/ink102.xml"/><Relationship Id="rId10" Type="http://schemas.openxmlformats.org/officeDocument/2006/relationships/customXml" Target="../ink/ink43.xml"/><Relationship Id="rId31" Type="http://schemas.openxmlformats.org/officeDocument/2006/relationships/customXml" Target="../ink/ink54.xml"/><Relationship Id="rId52" Type="http://schemas.openxmlformats.org/officeDocument/2006/relationships/image" Target="../media/image63.png"/><Relationship Id="rId73" Type="http://schemas.openxmlformats.org/officeDocument/2006/relationships/customXml" Target="../ink/ink75.xml"/><Relationship Id="rId78" Type="http://schemas.openxmlformats.org/officeDocument/2006/relationships/image" Target="../media/image76.png"/><Relationship Id="rId94" Type="http://schemas.openxmlformats.org/officeDocument/2006/relationships/image" Target="../media/image84.png"/><Relationship Id="rId99" Type="http://schemas.openxmlformats.org/officeDocument/2006/relationships/customXml" Target="../ink/ink88.xml"/><Relationship Id="rId101" Type="http://schemas.openxmlformats.org/officeDocument/2006/relationships/customXml" Target="../ink/ink89.xml"/><Relationship Id="rId122" Type="http://schemas.openxmlformats.org/officeDocument/2006/relationships/image" Target="../media/image98.png"/><Relationship Id="rId143" Type="http://schemas.openxmlformats.org/officeDocument/2006/relationships/customXml" Target="../ink/ink110.xml"/><Relationship Id="rId148" Type="http://schemas.openxmlformats.org/officeDocument/2006/relationships/image" Target="../media/image111.png"/><Relationship Id="rId164" Type="http://schemas.openxmlformats.org/officeDocument/2006/relationships/image" Target="../media/image119.png"/><Relationship Id="rId169" Type="http://schemas.openxmlformats.org/officeDocument/2006/relationships/customXml" Target="../ink/ink123.xml"/><Relationship Id="rId185" Type="http://schemas.openxmlformats.org/officeDocument/2006/relationships/customXml" Target="../ink/ink131.xml"/><Relationship Id="rId4" Type="http://schemas.openxmlformats.org/officeDocument/2006/relationships/customXml" Target="../ink/ink40.xml"/><Relationship Id="rId9" Type="http://schemas.openxmlformats.org/officeDocument/2006/relationships/image" Target="../media/image42.png"/><Relationship Id="rId180" Type="http://schemas.openxmlformats.org/officeDocument/2006/relationships/image" Target="../media/image127.png"/><Relationship Id="rId210" Type="http://schemas.openxmlformats.org/officeDocument/2006/relationships/image" Target="../media/image142.png"/><Relationship Id="rId215" Type="http://schemas.openxmlformats.org/officeDocument/2006/relationships/customXml" Target="../ink/ink146.xml"/><Relationship Id="rId26" Type="http://schemas.openxmlformats.org/officeDocument/2006/relationships/image" Target="../media/image50.png"/><Relationship Id="rId47" Type="http://schemas.openxmlformats.org/officeDocument/2006/relationships/customXml" Target="../ink/ink62.xml"/><Relationship Id="rId68" Type="http://schemas.openxmlformats.org/officeDocument/2006/relationships/image" Target="../media/image71.png"/><Relationship Id="rId89" Type="http://schemas.openxmlformats.org/officeDocument/2006/relationships/customXml" Target="../ink/ink83.xml"/><Relationship Id="rId112" Type="http://schemas.openxmlformats.org/officeDocument/2006/relationships/image" Target="../media/image93.png"/><Relationship Id="rId133" Type="http://schemas.openxmlformats.org/officeDocument/2006/relationships/customXml" Target="../ink/ink105.xml"/><Relationship Id="rId154" Type="http://schemas.openxmlformats.org/officeDocument/2006/relationships/image" Target="../media/image114.png"/><Relationship Id="rId175" Type="http://schemas.openxmlformats.org/officeDocument/2006/relationships/customXml" Target="../ink/ink126.xml"/><Relationship Id="rId196" Type="http://schemas.openxmlformats.org/officeDocument/2006/relationships/image" Target="../media/image135.png"/><Relationship Id="rId200" Type="http://schemas.openxmlformats.org/officeDocument/2006/relationships/image" Target="../media/image137.png"/><Relationship Id="rId16" Type="http://schemas.openxmlformats.org/officeDocument/2006/relationships/image" Target="../media/image45.png"/><Relationship Id="rId221" Type="http://schemas.openxmlformats.org/officeDocument/2006/relationships/customXml" Target="../ink/ink149.xml"/><Relationship Id="rId37" Type="http://schemas.openxmlformats.org/officeDocument/2006/relationships/customXml" Target="../ink/ink57.xml"/><Relationship Id="rId58" Type="http://schemas.openxmlformats.org/officeDocument/2006/relationships/image" Target="../media/image66.png"/><Relationship Id="rId79" Type="http://schemas.openxmlformats.org/officeDocument/2006/relationships/customXml" Target="../ink/ink78.xml"/><Relationship Id="rId102" Type="http://schemas.openxmlformats.org/officeDocument/2006/relationships/image" Target="../media/image88.png"/><Relationship Id="rId123" Type="http://schemas.openxmlformats.org/officeDocument/2006/relationships/customXml" Target="../ink/ink100.xml"/><Relationship Id="rId144" Type="http://schemas.openxmlformats.org/officeDocument/2006/relationships/image" Target="../media/image109.png"/><Relationship Id="rId90" Type="http://schemas.openxmlformats.org/officeDocument/2006/relationships/image" Target="../media/image82.png"/><Relationship Id="rId165" Type="http://schemas.openxmlformats.org/officeDocument/2006/relationships/customXml" Target="../ink/ink121.xml"/><Relationship Id="rId186" Type="http://schemas.openxmlformats.org/officeDocument/2006/relationships/image" Target="../media/image130.png"/><Relationship Id="rId211" Type="http://schemas.openxmlformats.org/officeDocument/2006/relationships/customXml" Target="../ink/ink144.xml"/><Relationship Id="rId27" Type="http://schemas.openxmlformats.org/officeDocument/2006/relationships/customXml" Target="../ink/ink52.xml"/><Relationship Id="rId48" Type="http://schemas.openxmlformats.org/officeDocument/2006/relationships/image" Target="../media/image61.png"/><Relationship Id="rId69" Type="http://schemas.openxmlformats.org/officeDocument/2006/relationships/customXml" Target="../ink/ink73.xml"/><Relationship Id="rId113" Type="http://schemas.openxmlformats.org/officeDocument/2006/relationships/customXml" Target="../ink/ink95.xml"/><Relationship Id="rId134" Type="http://schemas.openxmlformats.org/officeDocument/2006/relationships/image" Target="../media/image104.png"/><Relationship Id="rId80" Type="http://schemas.openxmlformats.org/officeDocument/2006/relationships/image" Target="../media/image77.png"/><Relationship Id="rId155" Type="http://schemas.openxmlformats.org/officeDocument/2006/relationships/customXml" Target="../ink/ink116.xml"/><Relationship Id="rId176" Type="http://schemas.openxmlformats.org/officeDocument/2006/relationships/image" Target="../media/image125.png"/><Relationship Id="rId197" Type="http://schemas.openxmlformats.org/officeDocument/2006/relationships/customXml" Target="../ink/ink137.xml"/><Relationship Id="rId201" Type="http://schemas.openxmlformats.org/officeDocument/2006/relationships/customXml" Target="../ink/ink139.xml"/><Relationship Id="rId222" Type="http://schemas.openxmlformats.org/officeDocument/2006/relationships/image" Target="../media/image148.png"/><Relationship Id="rId17" Type="http://schemas.openxmlformats.org/officeDocument/2006/relationships/customXml" Target="../ink/ink47.xml"/><Relationship Id="rId38" Type="http://schemas.openxmlformats.org/officeDocument/2006/relationships/image" Target="../media/image56.png"/><Relationship Id="rId59" Type="http://schemas.openxmlformats.org/officeDocument/2006/relationships/customXml" Target="../ink/ink68.xml"/><Relationship Id="rId103" Type="http://schemas.openxmlformats.org/officeDocument/2006/relationships/customXml" Target="../ink/ink90.xml"/><Relationship Id="rId124" Type="http://schemas.openxmlformats.org/officeDocument/2006/relationships/image" Target="../media/image99.png"/><Relationship Id="rId70" Type="http://schemas.openxmlformats.org/officeDocument/2006/relationships/image" Target="../media/image72.png"/><Relationship Id="rId91" Type="http://schemas.openxmlformats.org/officeDocument/2006/relationships/customXml" Target="../ink/ink84.xml"/><Relationship Id="rId145" Type="http://schemas.openxmlformats.org/officeDocument/2006/relationships/customXml" Target="../ink/ink111.xml"/><Relationship Id="rId166" Type="http://schemas.openxmlformats.org/officeDocument/2006/relationships/image" Target="../media/image120.png"/><Relationship Id="rId187" Type="http://schemas.openxmlformats.org/officeDocument/2006/relationships/customXml" Target="../ink/ink132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43.png"/><Relationship Id="rId28" Type="http://schemas.openxmlformats.org/officeDocument/2006/relationships/image" Target="../media/image51.png"/><Relationship Id="rId49" Type="http://schemas.openxmlformats.org/officeDocument/2006/relationships/customXml" Target="../ink/ink63.xml"/><Relationship Id="rId114" Type="http://schemas.openxmlformats.org/officeDocument/2006/relationships/image" Target="../media/image94.png"/><Relationship Id="rId60" Type="http://schemas.openxmlformats.org/officeDocument/2006/relationships/image" Target="../media/image67.png"/><Relationship Id="rId81" Type="http://schemas.openxmlformats.org/officeDocument/2006/relationships/customXml" Target="../ink/ink79.xml"/><Relationship Id="rId135" Type="http://schemas.openxmlformats.org/officeDocument/2006/relationships/customXml" Target="../ink/ink106.xml"/><Relationship Id="rId156" Type="http://schemas.openxmlformats.org/officeDocument/2006/relationships/image" Target="../media/image115.png"/><Relationship Id="rId177" Type="http://schemas.openxmlformats.org/officeDocument/2006/relationships/customXml" Target="../ink/ink127.xml"/><Relationship Id="rId198" Type="http://schemas.openxmlformats.org/officeDocument/2006/relationships/image" Target="../media/image136.png"/><Relationship Id="rId202" Type="http://schemas.openxmlformats.org/officeDocument/2006/relationships/image" Target="../media/image138.png"/><Relationship Id="rId223" Type="http://schemas.openxmlformats.org/officeDocument/2006/relationships/customXml" Target="../ink/ink150.xml"/><Relationship Id="rId18" Type="http://schemas.openxmlformats.org/officeDocument/2006/relationships/image" Target="../media/image46.png"/><Relationship Id="rId39" Type="http://schemas.openxmlformats.org/officeDocument/2006/relationships/customXml" Target="../ink/ink58.xml"/><Relationship Id="rId50" Type="http://schemas.openxmlformats.org/officeDocument/2006/relationships/image" Target="../media/image62.png"/><Relationship Id="rId104" Type="http://schemas.openxmlformats.org/officeDocument/2006/relationships/image" Target="../media/image89.png"/><Relationship Id="rId125" Type="http://schemas.openxmlformats.org/officeDocument/2006/relationships/customXml" Target="../ink/ink101.xml"/><Relationship Id="rId146" Type="http://schemas.openxmlformats.org/officeDocument/2006/relationships/image" Target="../media/image110.png"/><Relationship Id="rId167" Type="http://schemas.openxmlformats.org/officeDocument/2006/relationships/customXml" Target="../ink/ink122.xml"/><Relationship Id="rId188" Type="http://schemas.openxmlformats.org/officeDocument/2006/relationships/image" Target="../media/image131.png"/><Relationship Id="rId71" Type="http://schemas.openxmlformats.org/officeDocument/2006/relationships/customXml" Target="../ink/ink74.xml"/><Relationship Id="rId92" Type="http://schemas.openxmlformats.org/officeDocument/2006/relationships/image" Target="../media/image83.png"/><Relationship Id="rId213" Type="http://schemas.openxmlformats.org/officeDocument/2006/relationships/customXml" Target="../ink/ink145.xml"/><Relationship Id="rId2" Type="http://schemas.openxmlformats.org/officeDocument/2006/relationships/customXml" Target="../ink/ink39.xml"/><Relationship Id="rId29" Type="http://schemas.openxmlformats.org/officeDocument/2006/relationships/customXml" Target="../ink/ink53.xml"/><Relationship Id="rId40" Type="http://schemas.openxmlformats.org/officeDocument/2006/relationships/image" Target="../media/image57.png"/><Relationship Id="rId115" Type="http://schemas.openxmlformats.org/officeDocument/2006/relationships/customXml" Target="../ink/ink96.xml"/><Relationship Id="rId136" Type="http://schemas.openxmlformats.org/officeDocument/2006/relationships/image" Target="../media/image105.png"/><Relationship Id="rId157" Type="http://schemas.openxmlformats.org/officeDocument/2006/relationships/customXml" Target="../ink/ink117.xml"/><Relationship Id="rId178" Type="http://schemas.openxmlformats.org/officeDocument/2006/relationships/image" Target="../media/image126.png"/><Relationship Id="rId61" Type="http://schemas.openxmlformats.org/officeDocument/2006/relationships/customXml" Target="../ink/ink69.xml"/><Relationship Id="rId82" Type="http://schemas.openxmlformats.org/officeDocument/2006/relationships/image" Target="../media/image78.png"/><Relationship Id="rId199" Type="http://schemas.openxmlformats.org/officeDocument/2006/relationships/customXml" Target="../ink/ink138.xml"/><Relationship Id="rId203" Type="http://schemas.openxmlformats.org/officeDocument/2006/relationships/customXml" Target="../ink/ink140.xml"/><Relationship Id="rId19" Type="http://schemas.openxmlformats.org/officeDocument/2006/relationships/customXml" Target="../ink/ink48.xml"/><Relationship Id="rId224" Type="http://schemas.openxmlformats.org/officeDocument/2006/relationships/image" Target="../media/image149.png"/><Relationship Id="rId30" Type="http://schemas.openxmlformats.org/officeDocument/2006/relationships/image" Target="../media/image52.png"/><Relationship Id="rId105" Type="http://schemas.openxmlformats.org/officeDocument/2006/relationships/customXml" Target="../ink/ink91.xml"/><Relationship Id="rId126" Type="http://schemas.openxmlformats.org/officeDocument/2006/relationships/image" Target="../media/image100.png"/><Relationship Id="rId147" Type="http://schemas.openxmlformats.org/officeDocument/2006/relationships/customXml" Target="../ink/ink112.xml"/><Relationship Id="rId168" Type="http://schemas.openxmlformats.org/officeDocument/2006/relationships/image" Target="../media/image121.png"/><Relationship Id="rId51" Type="http://schemas.openxmlformats.org/officeDocument/2006/relationships/customXml" Target="../ink/ink64.xml"/><Relationship Id="rId72" Type="http://schemas.openxmlformats.org/officeDocument/2006/relationships/image" Target="../media/image73.png"/><Relationship Id="rId93" Type="http://schemas.openxmlformats.org/officeDocument/2006/relationships/customXml" Target="../ink/ink85.xml"/><Relationship Id="rId189" Type="http://schemas.openxmlformats.org/officeDocument/2006/relationships/customXml" Target="../ink/ink133.xml"/><Relationship Id="rId3" Type="http://schemas.openxmlformats.org/officeDocument/2006/relationships/image" Target="../media/image39.png"/><Relationship Id="rId214" Type="http://schemas.openxmlformats.org/officeDocument/2006/relationships/image" Target="../media/image144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9.png"/><Relationship Id="rId21" Type="http://schemas.openxmlformats.org/officeDocument/2006/relationships/image" Target="../media/image162.png"/><Relationship Id="rId42" Type="http://schemas.openxmlformats.org/officeDocument/2006/relationships/customXml" Target="../ink/ink174.xml"/><Relationship Id="rId63" Type="http://schemas.openxmlformats.org/officeDocument/2006/relationships/image" Target="../media/image182.png"/><Relationship Id="rId84" Type="http://schemas.openxmlformats.org/officeDocument/2006/relationships/customXml" Target="../ink/ink195.xml"/><Relationship Id="rId138" Type="http://schemas.openxmlformats.org/officeDocument/2006/relationships/customXml" Target="../ink/ink222.xml"/><Relationship Id="rId159" Type="http://schemas.openxmlformats.org/officeDocument/2006/relationships/image" Target="../media/image230.png"/><Relationship Id="rId170" Type="http://schemas.openxmlformats.org/officeDocument/2006/relationships/customXml" Target="../ink/ink238.xml"/><Relationship Id="rId191" Type="http://schemas.openxmlformats.org/officeDocument/2006/relationships/image" Target="../media/image245.png"/><Relationship Id="rId107" Type="http://schemas.openxmlformats.org/officeDocument/2006/relationships/image" Target="../media/image204.png"/><Relationship Id="rId11" Type="http://schemas.openxmlformats.org/officeDocument/2006/relationships/image" Target="../media/image157.png"/><Relationship Id="rId32" Type="http://schemas.openxmlformats.org/officeDocument/2006/relationships/customXml" Target="../ink/ink169.xml"/><Relationship Id="rId53" Type="http://schemas.openxmlformats.org/officeDocument/2006/relationships/image" Target="../media/image177.png"/><Relationship Id="rId74" Type="http://schemas.openxmlformats.org/officeDocument/2006/relationships/customXml" Target="../ink/ink190.xml"/><Relationship Id="rId128" Type="http://schemas.openxmlformats.org/officeDocument/2006/relationships/customXml" Target="../ink/ink217.xml"/><Relationship Id="rId149" Type="http://schemas.openxmlformats.org/officeDocument/2006/relationships/image" Target="../media/image225.png"/><Relationship Id="rId5" Type="http://schemas.openxmlformats.org/officeDocument/2006/relationships/image" Target="../media/image154.png"/><Relationship Id="rId95" Type="http://schemas.openxmlformats.org/officeDocument/2006/relationships/image" Target="../media/image198.png"/><Relationship Id="rId160" Type="http://schemas.openxmlformats.org/officeDocument/2006/relationships/customXml" Target="../ink/ink233.xml"/><Relationship Id="rId181" Type="http://schemas.openxmlformats.org/officeDocument/2006/relationships/image" Target="../media/image240.png"/><Relationship Id="rId22" Type="http://schemas.openxmlformats.org/officeDocument/2006/relationships/customXml" Target="../ink/ink164.xml"/><Relationship Id="rId43" Type="http://schemas.openxmlformats.org/officeDocument/2006/relationships/image" Target="../media/image173.png"/><Relationship Id="rId64" Type="http://schemas.openxmlformats.org/officeDocument/2006/relationships/customXml" Target="../ink/ink185.xml"/><Relationship Id="rId118" Type="http://schemas.openxmlformats.org/officeDocument/2006/relationships/customXml" Target="../ink/ink212.xml"/><Relationship Id="rId139" Type="http://schemas.openxmlformats.org/officeDocument/2006/relationships/image" Target="../media/image220.png"/><Relationship Id="rId85" Type="http://schemas.openxmlformats.org/officeDocument/2006/relationships/image" Target="../media/image193.png"/><Relationship Id="rId150" Type="http://schemas.openxmlformats.org/officeDocument/2006/relationships/customXml" Target="../ink/ink228.xml"/><Relationship Id="rId171" Type="http://schemas.openxmlformats.org/officeDocument/2006/relationships/image" Target="../media/image236.png"/><Relationship Id="rId192" Type="http://schemas.openxmlformats.org/officeDocument/2006/relationships/customXml" Target="../ink/ink249.xml"/><Relationship Id="rId12" Type="http://schemas.openxmlformats.org/officeDocument/2006/relationships/customXml" Target="../ink/ink159.xml"/><Relationship Id="rId33" Type="http://schemas.openxmlformats.org/officeDocument/2006/relationships/image" Target="../media/image168.png"/><Relationship Id="rId108" Type="http://schemas.openxmlformats.org/officeDocument/2006/relationships/customXml" Target="../ink/ink207.xml"/><Relationship Id="rId129" Type="http://schemas.openxmlformats.org/officeDocument/2006/relationships/image" Target="../media/image215.png"/><Relationship Id="rId54" Type="http://schemas.openxmlformats.org/officeDocument/2006/relationships/customXml" Target="../ink/ink180.xml"/><Relationship Id="rId75" Type="http://schemas.openxmlformats.org/officeDocument/2006/relationships/image" Target="../media/image188.png"/><Relationship Id="rId96" Type="http://schemas.openxmlformats.org/officeDocument/2006/relationships/customXml" Target="../ink/ink201.xml"/><Relationship Id="rId140" Type="http://schemas.openxmlformats.org/officeDocument/2006/relationships/customXml" Target="../ink/ink223.xml"/><Relationship Id="rId161" Type="http://schemas.openxmlformats.org/officeDocument/2006/relationships/image" Target="../media/image231.png"/><Relationship Id="rId182" Type="http://schemas.openxmlformats.org/officeDocument/2006/relationships/customXml" Target="../ink/ink244.xml"/><Relationship Id="rId6" Type="http://schemas.openxmlformats.org/officeDocument/2006/relationships/customXml" Target="../ink/ink156.xml"/><Relationship Id="rId23" Type="http://schemas.openxmlformats.org/officeDocument/2006/relationships/image" Target="../media/image163.png"/><Relationship Id="rId119" Type="http://schemas.openxmlformats.org/officeDocument/2006/relationships/image" Target="../media/image210.png"/><Relationship Id="rId44" Type="http://schemas.openxmlformats.org/officeDocument/2006/relationships/customXml" Target="../ink/ink175.xml"/><Relationship Id="rId65" Type="http://schemas.openxmlformats.org/officeDocument/2006/relationships/image" Target="../media/image183.png"/><Relationship Id="rId86" Type="http://schemas.openxmlformats.org/officeDocument/2006/relationships/customXml" Target="../ink/ink196.xml"/><Relationship Id="rId130" Type="http://schemas.openxmlformats.org/officeDocument/2006/relationships/customXml" Target="../ink/ink218.xml"/><Relationship Id="rId151" Type="http://schemas.openxmlformats.org/officeDocument/2006/relationships/image" Target="../media/image226.png"/><Relationship Id="rId172" Type="http://schemas.openxmlformats.org/officeDocument/2006/relationships/customXml" Target="../ink/ink239.xml"/><Relationship Id="rId193" Type="http://schemas.openxmlformats.org/officeDocument/2006/relationships/image" Target="../media/image246.png"/><Relationship Id="rId13" Type="http://schemas.openxmlformats.org/officeDocument/2006/relationships/image" Target="../media/image158.png"/><Relationship Id="rId109" Type="http://schemas.openxmlformats.org/officeDocument/2006/relationships/image" Target="../media/image205.png"/><Relationship Id="rId34" Type="http://schemas.openxmlformats.org/officeDocument/2006/relationships/customXml" Target="../ink/ink170.xml"/><Relationship Id="rId50" Type="http://schemas.openxmlformats.org/officeDocument/2006/relationships/customXml" Target="../ink/ink178.xml"/><Relationship Id="rId55" Type="http://schemas.openxmlformats.org/officeDocument/2006/relationships/image" Target="../media/image178.png"/><Relationship Id="rId76" Type="http://schemas.openxmlformats.org/officeDocument/2006/relationships/customXml" Target="../ink/ink191.xml"/><Relationship Id="rId97" Type="http://schemas.openxmlformats.org/officeDocument/2006/relationships/image" Target="../media/image199.png"/><Relationship Id="rId104" Type="http://schemas.openxmlformats.org/officeDocument/2006/relationships/customXml" Target="../ink/ink205.xml"/><Relationship Id="rId120" Type="http://schemas.openxmlformats.org/officeDocument/2006/relationships/customXml" Target="../ink/ink213.xml"/><Relationship Id="rId125" Type="http://schemas.openxmlformats.org/officeDocument/2006/relationships/image" Target="../media/image213.png"/><Relationship Id="rId141" Type="http://schemas.openxmlformats.org/officeDocument/2006/relationships/image" Target="../media/image221.png"/><Relationship Id="rId146" Type="http://schemas.openxmlformats.org/officeDocument/2006/relationships/customXml" Target="../ink/ink226.xml"/><Relationship Id="rId167" Type="http://schemas.openxmlformats.org/officeDocument/2006/relationships/image" Target="../media/image234.png"/><Relationship Id="rId188" Type="http://schemas.openxmlformats.org/officeDocument/2006/relationships/customXml" Target="../ink/ink247.xml"/><Relationship Id="rId7" Type="http://schemas.openxmlformats.org/officeDocument/2006/relationships/image" Target="../media/image155.png"/><Relationship Id="rId71" Type="http://schemas.openxmlformats.org/officeDocument/2006/relationships/image" Target="../media/image186.png"/><Relationship Id="rId92" Type="http://schemas.openxmlformats.org/officeDocument/2006/relationships/customXml" Target="../ink/ink199.xml"/><Relationship Id="rId162" Type="http://schemas.openxmlformats.org/officeDocument/2006/relationships/customXml" Target="../ink/ink234.xml"/><Relationship Id="rId183" Type="http://schemas.openxmlformats.org/officeDocument/2006/relationships/image" Target="../media/image241.png"/><Relationship Id="rId2" Type="http://schemas.openxmlformats.org/officeDocument/2006/relationships/customXml" Target="../ink/ink154.xml"/><Relationship Id="rId29" Type="http://schemas.openxmlformats.org/officeDocument/2006/relationships/image" Target="../media/image166.png"/><Relationship Id="rId24" Type="http://schemas.openxmlformats.org/officeDocument/2006/relationships/customXml" Target="../ink/ink165.xml"/><Relationship Id="rId40" Type="http://schemas.openxmlformats.org/officeDocument/2006/relationships/customXml" Target="../ink/ink173.xml"/><Relationship Id="rId45" Type="http://schemas.openxmlformats.org/officeDocument/2006/relationships/image" Target="../media/image120.png"/><Relationship Id="rId66" Type="http://schemas.openxmlformats.org/officeDocument/2006/relationships/customXml" Target="../ink/ink186.xml"/><Relationship Id="rId87" Type="http://schemas.openxmlformats.org/officeDocument/2006/relationships/image" Target="../media/image194.png"/><Relationship Id="rId110" Type="http://schemas.openxmlformats.org/officeDocument/2006/relationships/customXml" Target="../ink/ink208.xml"/><Relationship Id="rId115" Type="http://schemas.openxmlformats.org/officeDocument/2006/relationships/image" Target="../media/image208.png"/><Relationship Id="rId131" Type="http://schemas.openxmlformats.org/officeDocument/2006/relationships/image" Target="../media/image216.png"/><Relationship Id="rId136" Type="http://schemas.openxmlformats.org/officeDocument/2006/relationships/customXml" Target="../ink/ink221.xml"/><Relationship Id="rId157" Type="http://schemas.openxmlformats.org/officeDocument/2006/relationships/image" Target="../media/image229.png"/><Relationship Id="rId178" Type="http://schemas.openxmlformats.org/officeDocument/2006/relationships/customXml" Target="../ink/ink242.xml"/><Relationship Id="rId61" Type="http://schemas.openxmlformats.org/officeDocument/2006/relationships/image" Target="../media/image181.png"/><Relationship Id="rId82" Type="http://schemas.openxmlformats.org/officeDocument/2006/relationships/customXml" Target="../ink/ink194.xml"/><Relationship Id="rId152" Type="http://schemas.openxmlformats.org/officeDocument/2006/relationships/customXml" Target="../ink/ink229.xml"/><Relationship Id="rId173" Type="http://schemas.openxmlformats.org/officeDocument/2006/relationships/image" Target="../media/image237.png"/><Relationship Id="rId194" Type="http://schemas.openxmlformats.org/officeDocument/2006/relationships/customXml" Target="../ink/ink250.xml"/><Relationship Id="rId19" Type="http://schemas.openxmlformats.org/officeDocument/2006/relationships/image" Target="../media/image161.png"/><Relationship Id="rId14" Type="http://schemas.openxmlformats.org/officeDocument/2006/relationships/customXml" Target="../ink/ink160.xml"/><Relationship Id="rId30" Type="http://schemas.openxmlformats.org/officeDocument/2006/relationships/customXml" Target="../ink/ink168.xml"/><Relationship Id="rId35" Type="http://schemas.openxmlformats.org/officeDocument/2006/relationships/image" Target="../media/image169.png"/><Relationship Id="rId56" Type="http://schemas.openxmlformats.org/officeDocument/2006/relationships/customXml" Target="../ink/ink181.xml"/><Relationship Id="rId77" Type="http://schemas.openxmlformats.org/officeDocument/2006/relationships/image" Target="../media/image189.png"/><Relationship Id="rId100" Type="http://schemas.openxmlformats.org/officeDocument/2006/relationships/customXml" Target="../ink/ink203.xml"/><Relationship Id="rId105" Type="http://schemas.openxmlformats.org/officeDocument/2006/relationships/image" Target="../media/image203.png"/><Relationship Id="rId126" Type="http://schemas.openxmlformats.org/officeDocument/2006/relationships/customXml" Target="../ink/ink216.xml"/><Relationship Id="rId147" Type="http://schemas.openxmlformats.org/officeDocument/2006/relationships/image" Target="../media/image224.png"/><Relationship Id="rId168" Type="http://schemas.openxmlformats.org/officeDocument/2006/relationships/customXml" Target="../ink/ink237.xml"/><Relationship Id="rId8" Type="http://schemas.openxmlformats.org/officeDocument/2006/relationships/customXml" Target="../ink/ink157.xml"/><Relationship Id="rId51" Type="http://schemas.openxmlformats.org/officeDocument/2006/relationships/image" Target="../media/image176.png"/><Relationship Id="rId72" Type="http://schemas.openxmlformats.org/officeDocument/2006/relationships/customXml" Target="../ink/ink189.xml"/><Relationship Id="rId93" Type="http://schemas.openxmlformats.org/officeDocument/2006/relationships/image" Target="../media/image197.png"/><Relationship Id="rId98" Type="http://schemas.openxmlformats.org/officeDocument/2006/relationships/customXml" Target="../ink/ink202.xml"/><Relationship Id="rId121" Type="http://schemas.openxmlformats.org/officeDocument/2006/relationships/image" Target="../media/image211.png"/><Relationship Id="rId142" Type="http://schemas.openxmlformats.org/officeDocument/2006/relationships/customXml" Target="../ink/ink224.xml"/><Relationship Id="rId163" Type="http://schemas.openxmlformats.org/officeDocument/2006/relationships/image" Target="../media/image232.png"/><Relationship Id="rId184" Type="http://schemas.openxmlformats.org/officeDocument/2006/relationships/customXml" Target="../ink/ink245.xml"/><Relationship Id="rId189" Type="http://schemas.openxmlformats.org/officeDocument/2006/relationships/image" Target="../media/image244.png"/><Relationship Id="rId3" Type="http://schemas.openxmlformats.org/officeDocument/2006/relationships/image" Target="../media/image153.png"/><Relationship Id="rId25" Type="http://schemas.openxmlformats.org/officeDocument/2006/relationships/image" Target="../media/image164.png"/><Relationship Id="rId46" Type="http://schemas.openxmlformats.org/officeDocument/2006/relationships/customXml" Target="../ink/ink176.xml"/><Relationship Id="rId67" Type="http://schemas.openxmlformats.org/officeDocument/2006/relationships/image" Target="../media/image184.png"/><Relationship Id="rId116" Type="http://schemas.openxmlformats.org/officeDocument/2006/relationships/customXml" Target="../ink/ink211.xml"/><Relationship Id="rId137" Type="http://schemas.openxmlformats.org/officeDocument/2006/relationships/image" Target="../media/image219.png"/><Relationship Id="rId158" Type="http://schemas.openxmlformats.org/officeDocument/2006/relationships/customXml" Target="../ink/ink232.xml"/><Relationship Id="rId20" Type="http://schemas.openxmlformats.org/officeDocument/2006/relationships/customXml" Target="../ink/ink163.xml"/><Relationship Id="rId41" Type="http://schemas.openxmlformats.org/officeDocument/2006/relationships/image" Target="../media/image172.png"/><Relationship Id="rId62" Type="http://schemas.openxmlformats.org/officeDocument/2006/relationships/customXml" Target="../ink/ink184.xml"/><Relationship Id="rId83" Type="http://schemas.openxmlformats.org/officeDocument/2006/relationships/image" Target="../media/image192.png"/><Relationship Id="rId88" Type="http://schemas.openxmlformats.org/officeDocument/2006/relationships/customXml" Target="../ink/ink197.xml"/><Relationship Id="rId111" Type="http://schemas.openxmlformats.org/officeDocument/2006/relationships/image" Target="../media/image206.png"/><Relationship Id="rId132" Type="http://schemas.openxmlformats.org/officeDocument/2006/relationships/customXml" Target="../ink/ink219.xml"/><Relationship Id="rId153" Type="http://schemas.openxmlformats.org/officeDocument/2006/relationships/image" Target="../media/image227.png"/><Relationship Id="rId174" Type="http://schemas.openxmlformats.org/officeDocument/2006/relationships/customXml" Target="../ink/ink240.xml"/><Relationship Id="rId179" Type="http://schemas.openxmlformats.org/officeDocument/2006/relationships/image" Target="../media/image239.png"/><Relationship Id="rId195" Type="http://schemas.openxmlformats.org/officeDocument/2006/relationships/image" Target="../media/image247.png"/><Relationship Id="rId190" Type="http://schemas.openxmlformats.org/officeDocument/2006/relationships/customXml" Target="../ink/ink248.xml"/><Relationship Id="rId15" Type="http://schemas.openxmlformats.org/officeDocument/2006/relationships/image" Target="../media/image159.png"/><Relationship Id="rId36" Type="http://schemas.openxmlformats.org/officeDocument/2006/relationships/customXml" Target="../ink/ink171.xml"/><Relationship Id="rId57" Type="http://schemas.openxmlformats.org/officeDocument/2006/relationships/image" Target="../media/image179.png"/><Relationship Id="rId106" Type="http://schemas.openxmlformats.org/officeDocument/2006/relationships/customXml" Target="../ink/ink206.xml"/><Relationship Id="rId127" Type="http://schemas.openxmlformats.org/officeDocument/2006/relationships/image" Target="../media/image214.png"/><Relationship Id="rId10" Type="http://schemas.openxmlformats.org/officeDocument/2006/relationships/customXml" Target="../ink/ink158.xml"/><Relationship Id="rId31" Type="http://schemas.openxmlformats.org/officeDocument/2006/relationships/image" Target="../media/image167.png"/><Relationship Id="rId52" Type="http://schemas.openxmlformats.org/officeDocument/2006/relationships/customXml" Target="../ink/ink179.xml"/><Relationship Id="rId73" Type="http://schemas.openxmlformats.org/officeDocument/2006/relationships/image" Target="../media/image187.png"/><Relationship Id="rId78" Type="http://schemas.openxmlformats.org/officeDocument/2006/relationships/customXml" Target="../ink/ink192.xml"/><Relationship Id="rId94" Type="http://schemas.openxmlformats.org/officeDocument/2006/relationships/customXml" Target="../ink/ink200.xml"/><Relationship Id="rId99" Type="http://schemas.openxmlformats.org/officeDocument/2006/relationships/image" Target="../media/image200.png"/><Relationship Id="rId101" Type="http://schemas.openxmlformats.org/officeDocument/2006/relationships/image" Target="../media/image201.png"/><Relationship Id="rId122" Type="http://schemas.openxmlformats.org/officeDocument/2006/relationships/customXml" Target="../ink/ink214.xml"/><Relationship Id="rId143" Type="http://schemas.openxmlformats.org/officeDocument/2006/relationships/image" Target="../media/image222.png"/><Relationship Id="rId148" Type="http://schemas.openxmlformats.org/officeDocument/2006/relationships/customXml" Target="../ink/ink227.xml"/><Relationship Id="rId164" Type="http://schemas.openxmlformats.org/officeDocument/2006/relationships/customXml" Target="../ink/ink235.xml"/><Relationship Id="rId169" Type="http://schemas.openxmlformats.org/officeDocument/2006/relationships/image" Target="../media/image235.png"/><Relationship Id="rId185" Type="http://schemas.openxmlformats.org/officeDocument/2006/relationships/image" Target="../media/image242.png"/><Relationship Id="rId4" Type="http://schemas.openxmlformats.org/officeDocument/2006/relationships/customXml" Target="../ink/ink155.xml"/><Relationship Id="rId9" Type="http://schemas.openxmlformats.org/officeDocument/2006/relationships/image" Target="../media/image156.png"/><Relationship Id="rId180" Type="http://schemas.openxmlformats.org/officeDocument/2006/relationships/customXml" Target="../ink/ink243.xml"/><Relationship Id="rId26" Type="http://schemas.openxmlformats.org/officeDocument/2006/relationships/customXml" Target="../ink/ink166.xml"/><Relationship Id="rId47" Type="http://schemas.openxmlformats.org/officeDocument/2006/relationships/image" Target="../media/image174.png"/><Relationship Id="rId68" Type="http://schemas.openxmlformats.org/officeDocument/2006/relationships/customXml" Target="../ink/ink187.xml"/><Relationship Id="rId89" Type="http://schemas.openxmlformats.org/officeDocument/2006/relationships/image" Target="../media/image195.png"/><Relationship Id="rId112" Type="http://schemas.openxmlformats.org/officeDocument/2006/relationships/customXml" Target="../ink/ink209.xml"/><Relationship Id="rId133" Type="http://schemas.openxmlformats.org/officeDocument/2006/relationships/image" Target="../media/image217.png"/><Relationship Id="rId154" Type="http://schemas.openxmlformats.org/officeDocument/2006/relationships/customXml" Target="../ink/ink230.xml"/><Relationship Id="rId175" Type="http://schemas.openxmlformats.org/officeDocument/2006/relationships/image" Target="../media/image238.png"/><Relationship Id="rId16" Type="http://schemas.openxmlformats.org/officeDocument/2006/relationships/customXml" Target="../ink/ink161.xml"/><Relationship Id="rId37" Type="http://schemas.openxmlformats.org/officeDocument/2006/relationships/image" Target="../media/image170.png"/><Relationship Id="rId58" Type="http://schemas.openxmlformats.org/officeDocument/2006/relationships/customXml" Target="../ink/ink182.xml"/><Relationship Id="rId79" Type="http://schemas.openxmlformats.org/officeDocument/2006/relationships/image" Target="../media/image190.png"/><Relationship Id="rId102" Type="http://schemas.openxmlformats.org/officeDocument/2006/relationships/customXml" Target="../ink/ink204.xml"/><Relationship Id="rId123" Type="http://schemas.openxmlformats.org/officeDocument/2006/relationships/image" Target="../media/image212.png"/><Relationship Id="rId144" Type="http://schemas.openxmlformats.org/officeDocument/2006/relationships/customXml" Target="../ink/ink225.xml"/><Relationship Id="rId90" Type="http://schemas.openxmlformats.org/officeDocument/2006/relationships/customXml" Target="../ink/ink198.xml"/><Relationship Id="rId165" Type="http://schemas.openxmlformats.org/officeDocument/2006/relationships/image" Target="../media/image233.png"/><Relationship Id="rId186" Type="http://schemas.openxmlformats.org/officeDocument/2006/relationships/customXml" Target="../ink/ink246.xml"/><Relationship Id="rId27" Type="http://schemas.openxmlformats.org/officeDocument/2006/relationships/image" Target="../media/image165.png"/><Relationship Id="rId48" Type="http://schemas.openxmlformats.org/officeDocument/2006/relationships/customXml" Target="../ink/ink177.xml"/><Relationship Id="rId69" Type="http://schemas.openxmlformats.org/officeDocument/2006/relationships/image" Target="../media/image185.png"/><Relationship Id="rId113" Type="http://schemas.openxmlformats.org/officeDocument/2006/relationships/image" Target="../media/image207.png"/><Relationship Id="rId134" Type="http://schemas.openxmlformats.org/officeDocument/2006/relationships/customXml" Target="../ink/ink220.xml"/><Relationship Id="rId80" Type="http://schemas.openxmlformats.org/officeDocument/2006/relationships/customXml" Target="../ink/ink193.xml"/><Relationship Id="rId155" Type="http://schemas.openxmlformats.org/officeDocument/2006/relationships/image" Target="../media/image228.png"/><Relationship Id="rId176" Type="http://schemas.openxmlformats.org/officeDocument/2006/relationships/customXml" Target="../ink/ink241.xml"/><Relationship Id="rId17" Type="http://schemas.openxmlformats.org/officeDocument/2006/relationships/image" Target="../media/image160.png"/><Relationship Id="rId38" Type="http://schemas.openxmlformats.org/officeDocument/2006/relationships/customXml" Target="../ink/ink172.xml"/><Relationship Id="rId59" Type="http://schemas.openxmlformats.org/officeDocument/2006/relationships/image" Target="../media/image180.png"/><Relationship Id="rId103" Type="http://schemas.openxmlformats.org/officeDocument/2006/relationships/image" Target="../media/image202.png"/><Relationship Id="rId124" Type="http://schemas.openxmlformats.org/officeDocument/2006/relationships/customXml" Target="../ink/ink215.xml"/><Relationship Id="rId70" Type="http://schemas.openxmlformats.org/officeDocument/2006/relationships/customXml" Target="../ink/ink188.xml"/><Relationship Id="rId91" Type="http://schemas.openxmlformats.org/officeDocument/2006/relationships/image" Target="../media/image196.png"/><Relationship Id="rId145" Type="http://schemas.openxmlformats.org/officeDocument/2006/relationships/image" Target="../media/image223.png"/><Relationship Id="rId166" Type="http://schemas.openxmlformats.org/officeDocument/2006/relationships/customXml" Target="../ink/ink236.xml"/><Relationship Id="rId187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67.xml"/><Relationship Id="rId49" Type="http://schemas.openxmlformats.org/officeDocument/2006/relationships/image" Target="../media/image175.png"/><Relationship Id="rId114" Type="http://schemas.openxmlformats.org/officeDocument/2006/relationships/customXml" Target="../ink/ink210.xml"/><Relationship Id="rId60" Type="http://schemas.openxmlformats.org/officeDocument/2006/relationships/customXml" Target="../ink/ink183.xml"/><Relationship Id="rId81" Type="http://schemas.openxmlformats.org/officeDocument/2006/relationships/image" Target="../media/image191.png"/><Relationship Id="rId135" Type="http://schemas.openxmlformats.org/officeDocument/2006/relationships/image" Target="../media/image218.png"/><Relationship Id="rId156" Type="http://schemas.openxmlformats.org/officeDocument/2006/relationships/customXml" Target="../ink/ink231.xml"/><Relationship Id="rId177" Type="http://schemas.openxmlformats.org/officeDocument/2006/relationships/image" Target="../media/image38.png"/><Relationship Id="rId18" Type="http://schemas.openxmlformats.org/officeDocument/2006/relationships/customXml" Target="../ink/ink162.xml"/><Relationship Id="rId39" Type="http://schemas.openxmlformats.org/officeDocument/2006/relationships/image" Target="../media/image17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customXml" Target="../ink/ink25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7ED564C-8BFC-E50F-509D-9996CF6A2FFD}"/>
              </a:ext>
            </a:extLst>
          </p:cNvPr>
          <p:cNvGrpSpPr/>
          <p:nvPr/>
        </p:nvGrpSpPr>
        <p:grpSpPr>
          <a:xfrm>
            <a:off x="3448440" y="2138059"/>
            <a:ext cx="2095200" cy="1875960"/>
            <a:chOff x="3448440" y="2138059"/>
            <a:chExt cx="2095200" cy="18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B35ADC9-936E-7C9A-B782-3A36BF1B5917}"/>
                    </a:ext>
                  </a:extLst>
                </p14:cNvPr>
                <p14:cNvContentPartPr/>
                <p14:nvPr/>
              </p14:nvContentPartPr>
              <p14:xfrm>
                <a:off x="3448440" y="2138059"/>
                <a:ext cx="2095200" cy="1875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B35ADC9-936E-7C9A-B782-3A36BF1B591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42320" y="2131939"/>
                  <a:ext cx="2107440" cy="18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50C3D35-9B00-1708-720B-41356F3A925D}"/>
                    </a:ext>
                  </a:extLst>
                </p14:cNvPr>
                <p14:cNvContentPartPr/>
                <p14:nvPr/>
              </p14:nvContentPartPr>
              <p14:xfrm>
                <a:off x="3861360" y="2910619"/>
                <a:ext cx="216000" cy="2937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50C3D35-9B00-1708-720B-41356F3A925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855240" y="2904499"/>
                  <a:ext cx="2282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ABD5CE4-43C4-A74B-7CD3-F37B1E6D5DAA}"/>
                    </a:ext>
                  </a:extLst>
                </p14:cNvPr>
                <p14:cNvContentPartPr/>
                <p14:nvPr/>
              </p14:nvContentPartPr>
              <p14:xfrm>
                <a:off x="4125960" y="3024019"/>
                <a:ext cx="129240" cy="871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ABD5CE4-43C4-A74B-7CD3-F37B1E6D5DA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19840" y="3017899"/>
                  <a:ext cx="1414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9A34D9D-DC36-39C9-D204-A64522301A46}"/>
                    </a:ext>
                  </a:extLst>
                </p14:cNvPr>
                <p14:cNvContentPartPr/>
                <p14:nvPr/>
              </p14:nvContentPartPr>
              <p14:xfrm>
                <a:off x="4285440" y="3021139"/>
                <a:ext cx="92880" cy="77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9A34D9D-DC36-39C9-D204-A64522301A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79320" y="3015019"/>
                  <a:ext cx="105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0F69E5A-4946-6512-FD95-2BB20E0A2D30}"/>
                    </a:ext>
                  </a:extLst>
                </p14:cNvPr>
                <p14:cNvContentPartPr/>
                <p14:nvPr/>
              </p14:nvContentPartPr>
              <p14:xfrm>
                <a:off x="4458240" y="2871379"/>
                <a:ext cx="20160" cy="221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0F69E5A-4946-6512-FD95-2BB20E0A2D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52120" y="2865259"/>
                  <a:ext cx="324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EF8C48-E2F1-51B6-9592-4D329875A787}"/>
                    </a:ext>
                  </a:extLst>
                </p14:cNvPr>
                <p14:cNvContentPartPr/>
                <p14:nvPr/>
              </p14:nvContentPartPr>
              <p14:xfrm>
                <a:off x="4420440" y="3008539"/>
                <a:ext cx="85320" cy="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EF8C48-E2F1-51B6-9592-4D329875A7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414320" y="3002419"/>
                  <a:ext cx="975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DBE353-1A0C-AAC1-8C7C-E943161E16EA}"/>
                    </a:ext>
                  </a:extLst>
                </p14:cNvPr>
                <p14:cNvContentPartPr/>
                <p14:nvPr/>
              </p14:nvContentPartPr>
              <p14:xfrm>
                <a:off x="4505400" y="2851219"/>
                <a:ext cx="141480" cy="306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DBE353-1A0C-AAC1-8C7C-E943161E16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99280" y="2845099"/>
                  <a:ext cx="1537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315270D-1BCF-1A9C-C567-CA4AE7F76759}"/>
                    </a:ext>
                  </a:extLst>
                </p14:cNvPr>
                <p14:cNvContentPartPr/>
                <p14:nvPr/>
              </p14:nvContentPartPr>
              <p14:xfrm>
                <a:off x="4671360" y="3015019"/>
                <a:ext cx="141840" cy="146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315270D-1BCF-1A9C-C567-CA4AE7F767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65240" y="3008899"/>
                  <a:ext cx="1540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079F95-8EDA-6F83-3657-6CCEACBE9EA5}"/>
                    </a:ext>
                  </a:extLst>
                </p14:cNvPr>
                <p14:cNvContentPartPr/>
                <p14:nvPr/>
              </p14:nvContentPartPr>
              <p14:xfrm>
                <a:off x="4816440" y="2980099"/>
                <a:ext cx="75960" cy="295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079F95-8EDA-6F83-3657-6CCEACBE9E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10320" y="2973979"/>
                  <a:ext cx="88200" cy="30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74D4C68-3ACB-D978-F91B-909D3E453D70}"/>
                  </a:ext>
                </a:extLst>
              </p14:cNvPr>
              <p14:cNvContentPartPr/>
              <p14:nvPr/>
            </p14:nvContentPartPr>
            <p14:xfrm>
              <a:off x="5461920" y="2858419"/>
              <a:ext cx="907920" cy="1681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74D4C68-3ACB-D978-F91B-909D3E453D7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55800" y="2852299"/>
                <a:ext cx="9201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29ADD06-6E58-E760-029E-6E3FC373AF0B}"/>
                  </a:ext>
                </a:extLst>
              </p14:cNvPr>
              <p14:cNvContentPartPr/>
              <p14:nvPr/>
            </p14:nvContentPartPr>
            <p14:xfrm>
              <a:off x="6438960" y="2275579"/>
              <a:ext cx="1509120" cy="1586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29ADD06-6E58-E760-029E-6E3FC373AF0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32840" y="2269459"/>
                <a:ext cx="1521360" cy="159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C78F982-E1F5-128C-F9AE-F4F0D70C7D67}"/>
              </a:ext>
            </a:extLst>
          </p:cNvPr>
          <p:cNvGrpSpPr/>
          <p:nvPr/>
        </p:nvGrpSpPr>
        <p:grpSpPr>
          <a:xfrm>
            <a:off x="6905520" y="1841059"/>
            <a:ext cx="359280" cy="333720"/>
            <a:chOff x="6905520" y="1841059"/>
            <a:chExt cx="35928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B2F5A1F-A2A9-1DCB-B9C5-F7E143EE9B6F}"/>
                    </a:ext>
                  </a:extLst>
                </p14:cNvPr>
                <p14:cNvContentPartPr/>
                <p14:nvPr/>
              </p14:nvContentPartPr>
              <p14:xfrm>
                <a:off x="6905520" y="1877059"/>
                <a:ext cx="113040" cy="232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B2F5A1F-A2A9-1DCB-B9C5-F7E143EE9B6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99400" y="1870939"/>
                  <a:ext cx="1252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81C43E3-4151-833B-AC2C-4D6D9275BC58}"/>
                    </a:ext>
                  </a:extLst>
                </p14:cNvPr>
                <p14:cNvContentPartPr/>
                <p14:nvPr/>
              </p14:nvContentPartPr>
              <p14:xfrm>
                <a:off x="7095600" y="1841059"/>
                <a:ext cx="25560" cy="333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81C43E3-4151-833B-AC2C-4D6D9275BC5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89480" y="1834939"/>
                  <a:ext cx="378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FCC8466-3961-3CF3-30D6-9E331764CDAF}"/>
                    </a:ext>
                  </a:extLst>
                </p14:cNvPr>
                <p14:cNvContentPartPr/>
                <p14:nvPr/>
              </p14:nvContentPartPr>
              <p14:xfrm>
                <a:off x="7119000" y="1996579"/>
                <a:ext cx="145800" cy="141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FCC8466-3961-3CF3-30D6-9E331764CDA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12880" y="1990459"/>
                  <a:ext cx="15804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01CEDA8-91A4-A2F0-A9C8-D1A51FA2A28D}"/>
              </a:ext>
            </a:extLst>
          </p:cNvPr>
          <p:cNvGrpSpPr/>
          <p:nvPr/>
        </p:nvGrpSpPr>
        <p:grpSpPr>
          <a:xfrm>
            <a:off x="6368760" y="4322179"/>
            <a:ext cx="1479600" cy="1388520"/>
            <a:chOff x="6368760" y="4322179"/>
            <a:chExt cx="1479600" cy="13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AEBB7E1-001B-1487-35EC-85F735C1D786}"/>
                    </a:ext>
                  </a:extLst>
                </p14:cNvPr>
                <p14:cNvContentPartPr/>
                <p14:nvPr/>
              </p14:nvContentPartPr>
              <p14:xfrm>
                <a:off x="6368760" y="4322179"/>
                <a:ext cx="1479600" cy="1388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AEBB7E1-001B-1487-35EC-85F735C1D78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62640" y="4316059"/>
                  <a:ext cx="1491840" cy="140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A66FDF0-41B4-B912-E239-27317A0666A4}"/>
                    </a:ext>
                  </a:extLst>
                </p14:cNvPr>
                <p14:cNvContentPartPr/>
                <p14:nvPr/>
              </p14:nvContentPartPr>
              <p14:xfrm>
                <a:off x="6743160" y="4921579"/>
                <a:ext cx="150120" cy="2282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A66FDF0-41B4-B912-E239-27317A0666A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37040" y="4915459"/>
                  <a:ext cx="1623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579EAFD-EE83-85FA-6137-CC5D75ACA303}"/>
                    </a:ext>
                  </a:extLst>
                </p14:cNvPr>
                <p14:cNvContentPartPr/>
                <p14:nvPr/>
              </p14:nvContentPartPr>
              <p14:xfrm>
                <a:off x="6906240" y="4872259"/>
                <a:ext cx="131760" cy="317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579EAFD-EE83-85FA-6137-CC5D75ACA30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00120" y="4866139"/>
                  <a:ext cx="14400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0A036F-1EDA-9A46-5960-8FFE9AC4EA40}"/>
                    </a:ext>
                  </a:extLst>
                </p14:cNvPr>
                <p14:cNvContentPartPr/>
                <p14:nvPr/>
              </p14:nvContentPartPr>
              <p14:xfrm>
                <a:off x="7103880" y="4917619"/>
                <a:ext cx="197640" cy="208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0A036F-1EDA-9A46-5960-8FFE9AC4EA4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97760" y="4911499"/>
                  <a:ext cx="209880" cy="22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75A527-1BF0-875C-436E-2C49E865985E}"/>
              </a:ext>
            </a:extLst>
          </p:cNvPr>
          <p:cNvGrpSpPr/>
          <p:nvPr/>
        </p:nvGrpSpPr>
        <p:grpSpPr>
          <a:xfrm>
            <a:off x="5477400" y="2722339"/>
            <a:ext cx="1940760" cy="1757520"/>
            <a:chOff x="5477400" y="2722339"/>
            <a:chExt cx="1940760" cy="175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2E25860-F614-1B5C-FC66-123DE3149731}"/>
                    </a:ext>
                  </a:extLst>
                </p14:cNvPr>
                <p14:cNvContentPartPr/>
                <p14:nvPr/>
              </p14:nvContentPartPr>
              <p14:xfrm>
                <a:off x="6723720" y="2797939"/>
                <a:ext cx="150120" cy="250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2E25860-F614-1B5C-FC66-123DE31497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717600" y="2791819"/>
                  <a:ext cx="1623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027FA7D-ACBA-AB55-F47E-7E88C24970A9}"/>
                    </a:ext>
                  </a:extLst>
                </p14:cNvPr>
                <p14:cNvContentPartPr/>
                <p14:nvPr/>
              </p14:nvContentPartPr>
              <p14:xfrm>
                <a:off x="6662160" y="2837539"/>
                <a:ext cx="226080" cy="232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027FA7D-ACBA-AB55-F47E-7E88C24970A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56040" y="2831419"/>
                  <a:ext cx="23832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7814805-37C8-9BF0-767E-6E5B8823249B}"/>
                    </a:ext>
                  </a:extLst>
                </p14:cNvPr>
                <p14:cNvContentPartPr/>
                <p14:nvPr/>
              </p14:nvContentPartPr>
              <p14:xfrm>
                <a:off x="6914880" y="2785339"/>
                <a:ext cx="137160" cy="203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7814805-37C8-9BF0-767E-6E5B8823249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08760" y="2779219"/>
                  <a:ext cx="149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492E5C-DD61-0F4F-CD4A-BBDD4F0D845E}"/>
                    </a:ext>
                  </a:extLst>
                </p14:cNvPr>
                <p14:cNvContentPartPr/>
                <p14:nvPr/>
              </p14:nvContentPartPr>
              <p14:xfrm>
                <a:off x="7139880" y="2786779"/>
                <a:ext cx="61560" cy="207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492E5C-DD61-0F4F-CD4A-BBDD4F0D845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33760" y="2780659"/>
                  <a:ext cx="73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0059CB4-D802-F455-1BC1-DF0264C74E69}"/>
                    </a:ext>
                  </a:extLst>
                </p14:cNvPr>
                <p14:cNvContentPartPr/>
                <p14:nvPr/>
              </p14:nvContentPartPr>
              <p14:xfrm>
                <a:off x="7129800" y="2722339"/>
                <a:ext cx="288360" cy="309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0059CB4-D802-F455-1BC1-DF0264C74E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23680" y="2716219"/>
                  <a:ext cx="3006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DDE19F3-9DCD-44B7-0971-E35225B942E3}"/>
                    </a:ext>
                  </a:extLst>
                </p14:cNvPr>
                <p14:cNvContentPartPr/>
                <p14:nvPr/>
              </p14:nvContentPartPr>
              <p14:xfrm>
                <a:off x="5866560" y="2766619"/>
                <a:ext cx="185400" cy="348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DDE19F3-9DCD-44B7-0971-E35225B942E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60440" y="2760499"/>
                  <a:ext cx="1976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1464732-2C55-80E3-E71F-25018DD8547D}"/>
                    </a:ext>
                  </a:extLst>
                </p14:cNvPr>
                <p14:cNvContentPartPr/>
                <p14:nvPr/>
              </p14:nvContentPartPr>
              <p14:xfrm>
                <a:off x="5830560" y="2841499"/>
                <a:ext cx="318240" cy="400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1464732-2C55-80E3-E71F-25018DD8547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824440" y="2835379"/>
                  <a:ext cx="3304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F5149D-D748-376D-E2E6-605D69C2025D}"/>
                    </a:ext>
                  </a:extLst>
                </p14:cNvPr>
                <p14:cNvContentPartPr/>
                <p14:nvPr/>
              </p14:nvContentPartPr>
              <p14:xfrm>
                <a:off x="5477400" y="3052099"/>
                <a:ext cx="970560" cy="1427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F5149D-D748-376D-E2E6-605D69C202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471280" y="3045979"/>
                  <a:ext cx="982800" cy="1440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03935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EB95FDA-8015-C088-0684-E7CCB1541371}"/>
              </a:ext>
            </a:extLst>
          </p:cNvPr>
          <p:cNvSpPr/>
          <p:nvPr/>
        </p:nvSpPr>
        <p:spPr>
          <a:xfrm>
            <a:off x="442763" y="606392"/>
            <a:ext cx="14135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sz="1400" dirty="0"/>
            </a:br>
            <a:r>
              <a:rPr lang="en-US" sz="1400" dirty="0"/>
              <a:t>X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11BD49-970C-6C5E-8406-367B427B8438}"/>
              </a:ext>
            </a:extLst>
          </p:cNvPr>
          <p:cNvSpPr/>
          <p:nvPr/>
        </p:nvSpPr>
        <p:spPr>
          <a:xfrm>
            <a:off x="2597218" y="606392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35E6B-5471-965F-B1A0-8DBB90BE8146}"/>
              </a:ext>
            </a:extLst>
          </p:cNvPr>
          <p:cNvSpPr/>
          <p:nvPr/>
        </p:nvSpPr>
        <p:spPr>
          <a:xfrm>
            <a:off x="2597218" y="4292866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C0731-C6C0-ACAC-3291-020E78E0AE0C}"/>
              </a:ext>
            </a:extLst>
          </p:cNvPr>
          <p:cNvSpPr/>
          <p:nvPr/>
        </p:nvSpPr>
        <p:spPr>
          <a:xfrm>
            <a:off x="2597218" y="5091763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C11F8D1D-6EAE-8B6F-4D29-1501601E9DD2}"/>
              </a:ext>
            </a:extLst>
          </p:cNvPr>
          <p:cNvSpPr/>
          <p:nvPr/>
        </p:nvSpPr>
        <p:spPr>
          <a:xfrm>
            <a:off x="4456497" y="5197640"/>
            <a:ext cx="5138276" cy="51976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A9442F-BC4D-96A6-0497-E7E02E1108DF}"/>
              </a:ext>
            </a:extLst>
          </p:cNvPr>
          <p:cNvCxnSpPr/>
          <p:nvPr/>
        </p:nvCxnSpPr>
        <p:spPr>
          <a:xfrm>
            <a:off x="4543124" y="336884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AC2CE51-3338-FFF9-05B9-927A6F855B7A}"/>
              </a:ext>
            </a:extLst>
          </p:cNvPr>
          <p:cNvSpPr txBox="1"/>
          <p:nvPr/>
        </p:nvSpPr>
        <p:spPr>
          <a:xfrm>
            <a:off x="4629752" y="237060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EDA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F449307-5F90-3AF0-0223-A8AA6A4B3F1B}"/>
              </a:ext>
            </a:extLst>
          </p:cNvPr>
          <p:cNvCxnSpPr/>
          <p:nvPr/>
        </p:nvCxnSpPr>
        <p:spPr>
          <a:xfrm>
            <a:off x="7063339" y="339290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01052E4-EF06-CC55-CD57-E2000EB63536}"/>
              </a:ext>
            </a:extLst>
          </p:cNvPr>
          <p:cNvSpPr txBox="1"/>
          <p:nvPr/>
        </p:nvSpPr>
        <p:spPr>
          <a:xfrm>
            <a:off x="7149967" y="239466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Model Building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BD14865-C523-0CFA-7F60-692CF5D6AA25}"/>
              </a:ext>
            </a:extLst>
          </p:cNvPr>
          <p:cNvCxnSpPr/>
          <p:nvPr/>
        </p:nvCxnSpPr>
        <p:spPr>
          <a:xfrm>
            <a:off x="9325276" y="336884"/>
            <a:ext cx="0" cy="61794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C56834A-8273-977A-D43C-F9803CD1E32D}"/>
              </a:ext>
            </a:extLst>
          </p:cNvPr>
          <p:cNvSpPr txBox="1"/>
          <p:nvPr/>
        </p:nvSpPr>
        <p:spPr>
          <a:xfrm>
            <a:off x="9411904" y="237060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Final Evaluation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1559FDF-0D43-C466-4E8F-53F00DA4A0E6}"/>
                  </a:ext>
                </a:extLst>
              </p14:cNvPr>
              <p14:cNvContentPartPr/>
              <p14:nvPr/>
            </p14:nvContentPartPr>
            <p14:xfrm>
              <a:off x="-146880" y="3663739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1559FDF-0D43-C466-4E8F-53F00DA4A0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53000" y="365761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74FF34CA-0316-360E-253F-223D85403991}"/>
              </a:ext>
            </a:extLst>
          </p:cNvPr>
          <p:cNvSpPr/>
          <p:nvPr/>
        </p:nvSpPr>
        <p:spPr>
          <a:xfrm>
            <a:off x="1886552" y="606392"/>
            <a:ext cx="336884" cy="521689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4258E7-06D7-F87B-CD4D-46E5893D1846}"/>
              </a:ext>
            </a:extLst>
          </p:cNvPr>
          <p:cNvSpPr/>
          <p:nvPr/>
        </p:nvSpPr>
        <p:spPr>
          <a:xfrm>
            <a:off x="4039666" y="606392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1D49B2-6085-B613-6322-C7C65062B4D1}"/>
              </a:ext>
            </a:extLst>
          </p:cNvPr>
          <p:cNvSpPr/>
          <p:nvPr/>
        </p:nvSpPr>
        <p:spPr>
          <a:xfrm>
            <a:off x="4036722" y="429286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FD8D39-BE1B-9CA2-58E2-67C591125490}"/>
              </a:ext>
            </a:extLst>
          </p:cNvPr>
          <p:cNvSpPr/>
          <p:nvPr/>
        </p:nvSpPr>
        <p:spPr>
          <a:xfrm>
            <a:off x="4039666" y="5086949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C2C5C-0FA8-7E91-BC19-51DA38370B58}"/>
              </a:ext>
            </a:extLst>
          </p:cNvPr>
          <p:cNvSpPr/>
          <p:nvPr/>
        </p:nvSpPr>
        <p:spPr>
          <a:xfrm>
            <a:off x="4910224" y="606392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E27D70-9836-EC37-7F72-DBBCF8A0C34E}"/>
              </a:ext>
            </a:extLst>
          </p:cNvPr>
          <p:cNvSpPr/>
          <p:nvPr/>
        </p:nvSpPr>
        <p:spPr>
          <a:xfrm>
            <a:off x="4910224" y="4292866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BFBBC0-02AE-55C5-D510-A2ABB8B9C463}"/>
              </a:ext>
            </a:extLst>
          </p:cNvPr>
          <p:cNvSpPr/>
          <p:nvPr/>
        </p:nvSpPr>
        <p:spPr>
          <a:xfrm>
            <a:off x="6352672" y="606392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87B4B8-33D0-CDCC-8E3E-54F673EDE17A}"/>
              </a:ext>
            </a:extLst>
          </p:cNvPr>
          <p:cNvSpPr/>
          <p:nvPr/>
        </p:nvSpPr>
        <p:spPr>
          <a:xfrm>
            <a:off x="6349728" y="429286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7E3CCE-C45B-3D70-5359-1C949BE189EB}"/>
              </a:ext>
            </a:extLst>
          </p:cNvPr>
          <p:cNvSpPr/>
          <p:nvPr/>
        </p:nvSpPr>
        <p:spPr>
          <a:xfrm>
            <a:off x="7304642" y="601581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B07C48-6362-9210-E4AB-F31FA5901DD6}"/>
              </a:ext>
            </a:extLst>
          </p:cNvPr>
          <p:cNvSpPr/>
          <p:nvPr/>
        </p:nvSpPr>
        <p:spPr>
          <a:xfrm>
            <a:off x="7304642" y="4288055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5D851D5-1559-FF0B-86BF-937B0643BCEA}"/>
              </a:ext>
            </a:extLst>
          </p:cNvPr>
          <p:cNvSpPr/>
          <p:nvPr/>
        </p:nvSpPr>
        <p:spPr>
          <a:xfrm>
            <a:off x="8747090" y="601581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221B0DA-F756-B393-B5B1-43D3A1404127}"/>
              </a:ext>
            </a:extLst>
          </p:cNvPr>
          <p:cNvSpPr/>
          <p:nvPr/>
        </p:nvSpPr>
        <p:spPr>
          <a:xfrm>
            <a:off x="8744146" y="4288055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F152C3-44B2-F3C7-F173-8BE6F2EF29EC}"/>
              </a:ext>
            </a:extLst>
          </p:cNvPr>
          <p:cNvSpPr txBox="1"/>
          <p:nvPr/>
        </p:nvSpPr>
        <p:spPr>
          <a:xfrm>
            <a:off x="2096835" y="231239"/>
            <a:ext cx="22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Train – test split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9C56C9-F693-AF3E-25C4-08A0A76EE7A7}"/>
              </a:ext>
            </a:extLst>
          </p:cNvPr>
          <p:cNvSpPr/>
          <p:nvPr/>
        </p:nvSpPr>
        <p:spPr>
          <a:xfrm>
            <a:off x="9681400" y="5197640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C7F8755-3202-4EC1-1D95-92F8EEF10F9E}"/>
              </a:ext>
            </a:extLst>
          </p:cNvPr>
          <p:cNvSpPr/>
          <p:nvPr/>
        </p:nvSpPr>
        <p:spPr>
          <a:xfrm>
            <a:off x="11123848" y="519282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64337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F47FDE-5FEE-CF3B-9BF7-1F9BF03DBFF1}"/>
              </a:ext>
            </a:extLst>
          </p:cNvPr>
          <p:cNvSpPr/>
          <p:nvPr/>
        </p:nvSpPr>
        <p:spPr>
          <a:xfrm>
            <a:off x="442763" y="606392"/>
            <a:ext cx="1780673" cy="521689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5EC64-5956-28E7-E018-CB101D2DA059}"/>
              </a:ext>
            </a:extLst>
          </p:cNvPr>
          <p:cNvSpPr/>
          <p:nvPr/>
        </p:nvSpPr>
        <p:spPr>
          <a:xfrm>
            <a:off x="442763" y="5399773"/>
            <a:ext cx="1790299" cy="42351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037FCA-26E1-B05B-5C0F-AE5CB101D49C}"/>
              </a:ext>
            </a:extLst>
          </p:cNvPr>
          <p:cNvSpPr/>
          <p:nvPr/>
        </p:nvSpPr>
        <p:spPr>
          <a:xfrm>
            <a:off x="221381" y="4803006"/>
            <a:ext cx="2387065" cy="1212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BBB728-E829-0F65-54C9-7FA472FE3692}"/>
              </a:ext>
            </a:extLst>
          </p:cNvPr>
          <p:cNvSpPr/>
          <p:nvPr/>
        </p:nvSpPr>
        <p:spPr>
          <a:xfrm>
            <a:off x="433137" y="3869357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6888D-CF10-31D8-8F40-918557F38D9B}"/>
              </a:ext>
            </a:extLst>
          </p:cNvPr>
          <p:cNvSpPr/>
          <p:nvPr/>
        </p:nvSpPr>
        <p:spPr>
          <a:xfrm>
            <a:off x="433136" y="2327711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DE4DD0-C3AA-2CFA-90B1-9FA8FE4748AF}"/>
              </a:ext>
            </a:extLst>
          </p:cNvPr>
          <p:cNvSpPr/>
          <p:nvPr/>
        </p:nvSpPr>
        <p:spPr>
          <a:xfrm>
            <a:off x="442763" y="1257703"/>
            <a:ext cx="1790299" cy="4812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A90CFD-9903-10C3-BDE5-DE72A8B3CF32}"/>
              </a:ext>
            </a:extLst>
          </p:cNvPr>
          <p:cNvSpPr/>
          <p:nvPr/>
        </p:nvSpPr>
        <p:spPr>
          <a:xfrm>
            <a:off x="221381" y="3590223"/>
            <a:ext cx="2387065" cy="12127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DEF792-4CF2-ADEB-587E-F7E5AA32254D}"/>
              </a:ext>
            </a:extLst>
          </p:cNvPr>
          <p:cNvSpPr/>
          <p:nvPr/>
        </p:nvSpPr>
        <p:spPr>
          <a:xfrm>
            <a:off x="221380" y="606392"/>
            <a:ext cx="2387065" cy="300308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8347F7-5E36-1795-2DE7-FD67435402A5}"/>
              </a:ext>
            </a:extLst>
          </p:cNvPr>
          <p:cNvSpPr txBox="1"/>
          <p:nvPr/>
        </p:nvSpPr>
        <p:spPr>
          <a:xfrm>
            <a:off x="5053263" y="1305829"/>
            <a:ext cx="48222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90% of patient healthy</a:t>
            </a:r>
          </a:p>
          <a:p>
            <a:r>
              <a:rPr lang="en-US" dirty="0"/>
              <a:t>10% with cancer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EABDB-9C3F-D349-5354-22F68D69E3A6}"/>
              </a:ext>
            </a:extLst>
          </p:cNvPr>
          <p:cNvCxnSpPr>
            <a:endCxn id="11" idx="3"/>
          </p:cNvCxnSpPr>
          <p:nvPr/>
        </p:nvCxnSpPr>
        <p:spPr>
          <a:xfrm flipH="1">
            <a:off x="2608445" y="1597794"/>
            <a:ext cx="2242688" cy="5101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E38F5B-1767-D2C9-F40D-D39762EC7DB2}"/>
              </a:ext>
            </a:extLst>
          </p:cNvPr>
          <p:cNvCxnSpPr>
            <a:cxnSpLocks/>
            <a:endCxn id="10" idx="3"/>
          </p:cNvCxnSpPr>
          <p:nvPr/>
        </p:nvCxnSpPr>
        <p:spPr>
          <a:xfrm flipH="1">
            <a:off x="2608446" y="1607420"/>
            <a:ext cx="2242687" cy="25891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8E65FA-1A58-2780-D3E5-50C2AF741A08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2608446" y="1628994"/>
            <a:ext cx="2242687" cy="37804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6598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D458F4-D81A-33E7-4D55-F8CED2D6EA2B}"/>
                  </a:ext>
                </a:extLst>
              </p14:cNvPr>
              <p14:cNvContentPartPr/>
              <p14:nvPr/>
            </p14:nvContentPartPr>
            <p14:xfrm>
              <a:off x="2260800" y="2480419"/>
              <a:ext cx="2872440" cy="1456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D458F4-D81A-33E7-4D55-F8CED2D6EA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4680" y="2474299"/>
                <a:ext cx="2884680" cy="146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D6661E-638E-D989-8549-7CFBE6F5C3C6}"/>
                  </a:ext>
                </a:extLst>
              </p14:cNvPr>
              <p14:cNvContentPartPr/>
              <p14:nvPr/>
            </p14:nvContentPartPr>
            <p14:xfrm>
              <a:off x="2140200" y="2594539"/>
              <a:ext cx="3036600" cy="138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D6661E-638E-D989-8549-7CFBE6F5C3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4080" y="2588419"/>
                <a:ext cx="3048840" cy="139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20D06A-9EE1-3992-D2DE-0B97C1B7C478}"/>
                  </a:ext>
                </a:extLst>
              </p14:cNvPr>
              <p14:cNvContentPartPr/>
              <p14:nvPr/>
            </p14:nvContentPartPr>
            <p14:xfrm>
              <a:off x="2016360" y="2535499"/>
              <a:ext cx="3249720" cy="1519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20D06A-9EE1-3992-D2DE-0B97C1B7C4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0240" y="2529379"/>
                <a:ext cx="3261960" cy="15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855BB3F-5C38-B509-975C-FDB825537E86}"/>
                  </a:ext>
                </a:extLst>
              </p14:cNvPr>
              <p14:cNvContentPartPr/>
              <p14:nvPr/>
            </p14:nvContentPartPr>
            <p14:xfrm>
              <a:off x="6502320" y="1038619"/>
              <a:ext cx="3448080" cy="1462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855BB3F-5C38-B509-975C-FDB825537E8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6200" y="1032499"/>
                <a:ext cx="3460320" cy="14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3CC43EC-B882-691C-6C59-BEB41F45F09F}"/>
                  </a:ext>
                </a:extLst>
              </p14:cNvPr>
              <p14:cNvContentPartPr/>
              <p14:nvPr/>
            </p14:nvContentPartPr>
            <p14:xfrm>
              <a:off x="6501240" y="1110979"/>
              <a:ext cx="3777480" cy="16020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3CC43EC-B882-691C-6C59-BEB41F45F09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95120" y="1104859"/>
                <a:ext cx="3789720" cy="161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7195005-09A9-B1B2-7653-ADD6124A0E61}"/>
                  </a:ext>
                </a:extLst>
              </p14:cNvPr>
              <p14:cNvContentPartPr/>
              <p14:nvPr/>
            </p14:nvContentPartPr>
            <p14:xfrm>
              <a:off x="8847360" y="600139"/>
              <a:ext cx="428760" cy="620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7195005-09A9-B1B2-7653-ADD6124A0E6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41240" y="594019"/>
                <a:ext cx="441000" cy="63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609045C-5320-7349-F7B2-186531984308}"/>
                  </a:ext>
                </a:extLst>
              </p14:cNvPr>
              <p14:cNvContentPartPr/>
              <p14:nvPr/>
            </p14:nvContentPartPr>
            <p14:xfrm>
              <a:off x="6238080" y="1034299"/>
              <a:ext cx="755280" cy="3265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609045C-5320-7349-F7B2-18653198430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31960" y="1028179"/>
                <a:ext cx="767520" cy="33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179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37A49A-21DB-E82C-F336-A0475941FA0F}"/>
              </a:ext>
            </a:extLst>
          </p:cNvPr>
          <p:cNvSpPr/>
          <p:nvPr/>
        </p:nvSpPr>
        <p:spPr>
          <a:xfrm>
            <a:off x="1097280" y="606392"/>
            <a:ext cx="4044058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X_train</a:t>
            </a:r>
            <a:r>
              <a:rPr lang="en-US" dirty="0"/>
              <a:t> (120 samples)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D76F8C-F8FA-26B6-6818-D30D9B74B8DE}"/>
              </a:ext>
            </a:extLst>
          </p:cNvPr>
          <p:cNvSpPr/>
          <p:nvPr/>
        </p:nvSpPr>
        <p:spPr>
          <a:xfrm>
            <a:off x="1097280" y="5167936"/>
            <a:ext cx="4035460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X_test</a:t>
            </a:r>
            <a:r>
              <a:rPr lang="en-US" dirty="0"/>
              <a:t> (30 samples here)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283ECA-D302-219A-93C1-B31D45B748EF}"/>
              </a:ext>
            </a:extLst>
          </p:cNvPr>
          <p:cNvSpPr/>
          <p:nvPr/>
        </p:nvSpPr>
        <p:spPr>
          <a:xfrm>
            <a:off x="9240517" y="601580"/>
            <a:ext cx="1183643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dirty="0" err="1"/>
              <a:t>Y_train</a:t>
            </a:r>
            <a:r>
              <a:rPr lang="en-US" dirty="0"/>
              <a:t> (120 answers here)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61990A-03DC-D55F-499F-D8D80D461728}"/>
              </a:ext>
            </a:extLst>
          </p:cNvPr>
          <p:cNvSpPr/>
          <p:nvPr/>
        </p:nvSpPr>
        <p:spPr>
          <a:xfrm>
            <a:off x="9237324" y="4386716"/>
            <a:ext cx="1183643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err="1"/>
              <a:t>Y_test</a:t>
            </a:r>
            <a:r>
              <a:rPr lang="en-US" sz="1200" dirty="0"/>
              <a:t> (30 answers here)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8AD436-5BF8-3CA1-E643-3FC1C072D1C3}"/>
              </a:ext>
            </a:extLst>
          </p:cNvPr>
          <p:cNvSpPr/>
          <p:nvPr/>
        </p:nvSpPr>
        <p:spPr>
          <a:xfrm>
            <a:off x="6096000" y="4638546"/>
            <a:ext cx="1828800" cy="17902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/>
              <a:t>LogisticRegression</a:t>
            </a:r>
            <a:endParaRPr lang="en-US" sz="12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6ED6F4-2108-A36B-10FE-A1603506ABBA}"/>
              </a:ext>
            </a:extLst>
          </p:cNvPr>
          <p:cNvCxnSpPr>
            <a:endCxn id="9" idx="2"/>
          </p:cNvCxnSpPr>
          <p:nvPr/>
        </p:nvCxnSpPr>
        <p:spPr>
          <a:xfrm>
            <a:off x="5223641" y="5533695"/>
            <a:ext cx="87235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2AAB838-742D-9F00-D139-036E50B2FBF9}"/>
              </a:ext>
            </a:extLst>
          </p:cNvPr>
          <p:cNvSpPr/>
          <p:nvPr/>
        </p:nvSpPr>
        <p:spPr>
          <a:xfrm>
            <a:off x="9237325" y="5163125"/>
            <a:ext cx="1183643" cy="7363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1200" dirty="0" err="1"/>
              <a:t>Y_pred</a:t>
            </a:r>
            <a:r>
              <a:rPr lang="en-US" sz="1200" dirty="0"/>
              <a:t> (30 predictions here)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CE1622-06A4-80DB-19E7-9E7614A7200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924800" y="5531291"/>
            <a:ext cx="13125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77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CEE3BD8-CF59-0827-48F7-514A5C613A3D}"/>
              </a:ext>
            </a:extLst>
          </p:cNvPr>
          <p:cNvSpPr/>
          <p:nvPr/>
        </p:nvSpPr>
        <p:spPr>
          <a:xfrm>
            <a:off x="818147" y="1134442"/>
            <a:ext cx="1511166" cy="4889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29369B-AC11-401C-7254-7FBF3480A6CE}"/>
              </a:ext>
            </a:extLst>
          </p:cNvPr>
          <p:cNvSpPr/>
          <p:nvPr/>
        </p:nvSpPr>
        <p:spPr>
          <a:xfrm>
            <a:off x="2481714" y="1134442"/>
            <a:ext cx="338487" cy="48896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5383C3-BB06-A658-8F62-E55ACAB9E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984902"/>
              </p:ext>
            </p:extLst>
          </p:nvPr>
        </p:nvGraphicFramePr>
        <p:xfrm>
          <a:off x="3244783" y="1134443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Salary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87000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B414F9E-0719-1951-B43D-EC8B8D635490}"/>
              </a:ext>
            </a:extLst>
          </p:cNvPr>
          <p:cNvSpPr/>
          <p:nvPr/>
        </p:nvSpPr>
        <p:spPr>
          <a:xfrm>
            <a:off x="818147" y="266564"/>
            <a:ext cx="10469080" cy="72483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Regression</a:t>
            </a:r>
          </a:p>
        </p:txBody>
      </p:sp>
    </p:spTree>
    <p:extLst>
      <p:ext uri="{BB962C8B-B14F-4D97-AF65-F5344CB8AC3E}">
        <p14:creationId xmlns:p14="http://schemas.microsoft.com/office/powerpoint/2010/main" val="326485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450C6-480A-B8D6-FD26-D3CC78662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28B080-922F-D6F4-3A3B-FBBCD40BC73E}"/>
              </a:ext>
            </a:extLst>
          </p:cNvPr>
          <p:cNvSpPr/>
          <p:nvPr/>
        </p:nvSpPr>
        <p:spPr>
          <a:xfrm>
            <a:off x="818147" y="1134442"/>
            <a:ext cx="1511166" cy="48896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FED321-5E9C-1D1F-00FB-459E9D4F4FF1}"/>
              </a:ext>
            </a:extLst>
          </p:cNvPr>
          <p:cNvSpPr/>
          <p:nvPr/>
        </p:nvSpPr>
        <p:spPr>
          <a:xfrm>
            <a:off x="2481714" y="1134442"/>
            <a:ext cx="338487" cy="488963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57EDCED-F1DB-9E0D-53FE-BC9414ED9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026764"/>
              </p:ext>
            </p:extLst>
          </p:nvPr>
        </p:nvGraphicFramePr>
        <p:xfrm>
          <a:off x="3244783" y="1134443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Sugar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Cancer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F15EE3C-4332-B8F7-90EA-6883C22C3941}"/>
              </a:ext>
            </a:extLst>
          </p:cNvPr>
          <p:cNvSpPr/>
          <p:nvPr/>
        </p:nvSpPr>
        <p:spPr>
          <a:xfrm>
            <a:off x="818147" y="266564"/>
            <a:ext cx="10469080" cy="7248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077740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67F897-CDDD-5C11-E035-3370B7182B60}"/>
              </a:ext>
            </a:extLst>
          </p:cNvPr>
          <p:cNvSpPr/>
          <p:nvPr/>
        </p:nvSpPr>
        <p:spPr>
          <a:xfrm>
            <a:off x="1986333" y="1525343"/>
            <a:ext cx="1381753" cy="276245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3B0E82-6A55-B343-1C61-80A5E9BA9A9B}"/>
              </a:ext>
            </a:extLst>
          </p:cNvPr>
          <p:cNvSpPr/>
          <p:nvPr/>
        </p:nvSpPr>
        <p:spPr>
          <a:xfrm>
            <a:off x="9868783" y="1507167"/>
            <a:ext cx="336884" cy="27806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12E4C4-2026-5844-69B4-1761AB932508}"/>
              </a:ext>
            </a:extLst>
          </p:cNvPr>
          <p:cNvSpPr/>
          <p:nvPr/>
        </p:nvSpPr>
        <p:spPr>
          <a:xfrm>
            <a:off x="5113443" y="2079057"/>
            <a:ext cx="1381753" cy="16731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9C9A47E-894D-B79C-3AC0-FE332DCC8615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368086" y="2906569"/>
            <a:ext cx="1745357" cy="90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4C79BE4-5EDF-13C6-48A0-C00B4CCF82E0}"/>
              </a:ext>
            </a:extLst>
          </p:cNvPr>
          <p:cNvSpPr/>
          <p:nvPr/>
        </p:nvSpPr>
        <p:spPr>
          <a:xfrm>
            <a:off x="7903669" y="1525343"/>
            <a:ext cx="336884" cy="278062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Y_pred</a:t>
            </a:r>
            <a:endParaRPr lang="en-US" sz="1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0633A72-791C-70AF-C8F5-223CFD5BF65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495196" y="2915653"/>
            <a:ext cx="14084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E2A3494-54F2-F244-D9BB-25431A20A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186837"/>
              </p:ext>
            </p:extLst>
          </p:nvPr>
        </p:nvGraphicFramePr>
        <p:xfrm>
          <a:off x="240976" y="1525343"/>
          <a:ext cx="1699689" cy="2762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563">
                  <a:extLst>
                    <a:ext uri="{9D8B030D-6E8A-4147-A177-3AD203B41FA5}">
                      <a16:colId xmlns:a16="http://schemas.microsoft.com/office/drawing/2014/main" val="488963587"/>
                    </a:ext>
                  </a:extLst>
                </a:gridCol>
                <a:gridCol w="566563">
                  <a:extLst>
                    <a:ext uri="{9D8B030D-6E8A-4147-A177-3AD203B41FA5}">
                      <a16:colId xmlns:a16="http://schemas.microsoft.com/office/drawing/2014/main" val="4281970515"/>
                    </a:ext>
                  </a:extLst>
                </a:gridCol>
                <a:gridCol w="566563">
                  <a:extLst>
                    <a:ext uri="{9D8B030D-6E8A-4147-A177-3AD203B41FA5}">
                      <a16:colId xmlns:a16="http://schemas.microsoft.com/office/drawing/2014/main" val="1191809810"/>
                    </a:ext>
                  </a:extLst>
                </a:gridCol>
              </a:tblGrid>
              <a:tr h="552490">
                <a:tc>
                  <a:txBody>
                    <a:bodyPr/>
                    <a:lstStyle/>
                    <a:p>
                      <a:r>
                        <a:rPr lang="en-US" sz="105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dirty="0"/>
                        <a:t>Sugar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8948767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69208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8585377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76261"/>
                  </a:ext>
                </a:extLst>
              </a:tr>
              <a:tr h="552490"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73186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18AA9C9-FE25-B9B2-DA42-1344D3A52B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6619564"/>
              </p:ext>
            </p:extLst>
          </p:nvPr>
        </p:nvGraphicFramePr>
        <p:xfrm>
          <a:off x="8240553" y="1525342"/>
          <a:ext cx="710942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942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EA088DB-61B8-6918-EF61-6F5D9A5BD1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86283"/>
              </p:ext>
            </p:extLst>
          </p:nvPr>
        </p:nvGraphicFramePr>
        <p:xfrm>
          <a:off x="10205666" y="1507167"/>
          <a:ext cx="1090537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0537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80000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25000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A14D7C-F608-E8CF-0CF8-CDF57E2F719F}"/>
                  </a:ext>
                </a:extLst>
              </p14:cNvPr>
              <p14:cNvContentPartPr/>
              <p14:nvPr/>
            </p14:nvContentPartPr>
            <p14:xfrm>
              <a:off x="1190444" y="4642219"/>
              <a:ext cx="76320" cy="215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A14D7C-F608-E8CF-0CF8-CDF57E2F71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324" y="4636099"/>
                <a:ext cx="885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DA6A996-4643-8B34-FDDA-36165C06D9B4}"/>
                  </a:ext>
                </a:extLst>
              </p14:cNvPr>
              <p14:cNvContentPartPr/>
              <p14:nvPr/>
            </p14:nvContentPartPr>
            <p14:xfrm>
              <a:off x="1287284" y="4726819"/>
              <a:ext cx="51840" cy="97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DA6A996-4643-8B34-FDDA-36165C06D9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81164" y="4720699"/>
                <a:ext cx="64080" cy="10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1047AC-DF13-1E4F-C679-3254512C618F}"/>
                  </a:ext>
                </a:extLst>
              </p14:cNvPr>
              <p14:cNvContentPartPr/>
              <p14:nvPr/>
            </p14:nvContentPartPr>
            <p14:xfrm>
              <a:off x="1357844" y="4700899"/>
              <a:ext cx="86760" cy="106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1047AC-DF13-1E4F-C679-3254512C61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1724" y="4694779"/>
                <a:ext cx="990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49A29FD-EF19-788E-CCC8-CDE4D4F3A33E}"/>
                  </a:ext>
                </a:extLst>
              </p14:cNvPr>
              <p14:cNvContentPartPr/>
              <p14:nvPr/>
            </p14:nvContentPartPr>
            <p14:xfrm>
              <a:off x="7867364" y="1411939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49A29FD-EF19-788E-CCC8-CDE4D4F3A3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861244" y="140581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082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0EBA1F-E44C-D854-1E11-58D8E6D18C52}"/>
              </a:ext>
            </a:extLst>
          </p:cNvPr>
          <p:cNvGrpSpPr/>
          <p:nvPr/>
        </p:nvGrpSpPr>
        <p:grpSpPr>
          <a:xfrm>
            <a:off x="1513364" y="939619"/>
            <a:ext cx="8144640" cy="4550040"/>
            <a:chOff x="1513364" y="939619"/>
            <a:chExt cx="8144640" cy="455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686CF79-9836-2E22-6B31-A9A982E5FE10}"/>
                    </a:ext>
                  </a:extLst>
                </p14:cNvPr>
                <p14:cNvContentPartPr/>
                <p14:nvPr/>
              </p14:nvContentPartPr>
              <p14:xfrm>
                <a:off x="2101964" y="939619"/>
                <a:ext cx="383760" cy="4550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686CF79-9836-2E22-6B31-A9A982E5FE1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095844" y="933499"/>
                  <a:ext cx="396000" cy="45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3276773-6303-1892-7C77-AE4496A98284}"/>
                    </a:ext>
                  </a:extLst>
                </p14:cNvPr>
                <p14:cNvContentPartPr/>
                <p14:nvPr/>
              </p14:nvContentPartPr>
              <p14:xfrm>
                <a:off x="1513364" y="4972339"/>
                <a:ext cx="8144640" cy="73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3276773-6303-1892-7C77-AE4496A9828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07244" y="4966219"/>
                  <a:ext cx="8156880" cy="85680"/>
                </a:xfrm>
                <a:prstGeom prst="rect">
                  <a:avLst/>
                </a:prstGeom>
              </p:spPr>
            </p:pic>
          </mc:Fallback>
        </mc:AlternateContent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B0AF24-FA3D-028E-0743-1B91D8496F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2021993"/>
              </p:ext>
            </p:extLst>
          </p:nvPr>
        </p:nvGraphicFramePr>
        <p:xfrm>
          <a:off x="906102" y="1574757"/>
          <a:ext cx="617855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855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 err="1"/>
                        <a:t>Y_pred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54000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18000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23A92BA-08EB-0F2A-F61A-E932DC8F5A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029379"/>
              </p:ext>
            </p:extLst>
          </p:nvPr>
        </p:nvGraphicFramePr>
        <p:xfrm>
          <a:off x="9873001" y="4837508"/>
          <a:ext cx="805635" cy="2762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5635">
                  <a:extLst>
                    <a:ext uri="{9D8B030D-6E8A-4147-A177-3AD203B41FA5}">
                      <a16:colId xmlns:a16="http://schemas.microsoft.com/office/drawing/2014/main" val="235930647"/>
                    </a:ext>
                  </a:extLst>
                </a:gridCol>
              </a:tblGrid>
              <a:tr h="552489">
                <a:tc>
                  <a:txBody>
                    <a:bodyPr/>
                    <a:lstStyle/>
                    <a:p>
                      <a:r>
                        <a:rPr lang="en-US" sz="1000" dirty="0" err="1"/>
                        <a:t>Y_test</a:t>
                      </a:r>
                      <a:endParaRPr lang="en-US" sz="1000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66278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80000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494424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60000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3754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110000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474847"/>
                  </a:ext>
                </a:extLst>
              </a:tr>
              <a:tr h="552489">
                <a:tc>
                  <a:txBody>
                    <a:bodyPr/>
                    <a:lstStyle/>
                    <a:p>
                      <a:r>
                        <a:rPr lang="en-US" sz="1000" dirty="0"/>
                        <a:t>25000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615838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4755C913-A994-228D-F56C-6E3D19961D38}"/>
              </a:ext>
            </a:extLst>
          </p:cNvPr>
          <p:cNvGrpSpPr/>
          <p:nvPr/>
        </p:nvGrpSpPr>
        <p:grpSpPr>
          <a:xfrm>
            <a:off x="2148764" y="3400219"/>
            <a:ext cx="172080" cy="1273320"/>
            <a:chOff x="2148764" y="3400219"/>
            <a:chExt cx="172080" cy="12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376492-9A19-6986-33D6-B11521F24D65}"/>
                    </a:ext>
                  </a:extLst>
                </p14:cNvPr>
                <p14:cNvContentPartPr/>
                <p14:nvPr/>
              </p14:nvContentPartPr>
              <p14:xfrm>
                <a:off x="2148764" y="4673179"/>
                <a:ext cx="6552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376492-9A19-6986-33D6-B11521F24D6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42644" y="4667059"/>
                  <a:ext cx="7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CB12939-2F76-77C4-6C9D-5A2DCBC00365}"/>
                    </a:ext>
                  </a:extLst>
                </p14:cNvPr>
                <p14:cNvContentPartPr/>
                <p14:nvPr/>
              </p14:nvContentPartPr>
              <p14:xfrm>
                <a:off x="2184404" y="4262779"/>
                <a:ext cx="45000" cy="39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CB12939-2F76-77C4-6C9D-5A2DCBC003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8284" y="4256659"/>
                  <a:ext cx="572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3CA368-53CD-D7F3-992C-CB0CD04B7D07}"/>
                    </a:ext>
                  </a:extLst>
                </p14:cNvPr>
                <p14:cNvContentPartPr/>
                <p14:nvPr/>
              </p14:nvContentPartPr>
              <p14:xfrm>
                <a:off x="2251004" y="3816019"/>
                <a:ext cx="4824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3CA368-53CD-D7F3-992C-CB0CD04B7D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44884" y="3809899"/>
                  <a:ext cx="6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F190012-FF3B-22F8-0B20-015F787099D1}"/>
                    </a:ext>
                  </a:extLst>
                </p14:cNvPr>
                <p14:cNvContentPartPr/>
                <p14:nvPr/>
              </p14:nvContentPartPr>
              <p14:xfrm>
                <a:off x="2275844" y="3400219"/>
                <a:ext cx="45000" cy="3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F190012-FF3B-22F8-0B20-015F787099D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69724" y="3394099"/>
                  <a:ext cx="5724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90F0634-6895-C42B-8FFF-523861AF42F0}"/>
              </a:ext>
            </a:extLst>
          </p:cNvPr>
          <p:cNvGrpSpPr/>
          <p:nvPr/>
        </p:nvGrpSpPr>
        <p:grpSpPr>
          <a:xfrm>
            <a:off x="2325524" y="2440099"/>
            <a:ext cx="231840" cy="521280"/>
            <a:chOff x="2325524" y="2440099"/>
            <a:chExt cx="231840" cy="52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364CDB8-3F84-B4E3-CD24-6C2A24EF141E}"/>
                    </a:ext>
                  </a:extLst>
                </p14:cNvPr>
                <p14:cNvContentPartPr/>
                <p14:nvPr/>
              </p14:nvContentPartPr>
              <p14:xfrm>
                <a:off x="2325524" y="2957419"/>
                <a:ext cx="58680" cy="3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364CDB8-3F84-B4E3-CD24-6C2A24EF14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319404" y="2951299"/>
                  <a:ext cx="709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EA3AE3D-E1C6-8A2A-9583-43A8125C4815}"/>
                    </a:ext>
                  </a:extLst>
                </p14:cNvPr>
                <p14:cNvContentPartPr/>
                <p14:nvPr/>
              </p14:nvContentPartPr>
              <p14:xfrm>
                <a:off x="2374844" y="2440099"/>
                <a:ext cx="8604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EA3AE3D-E1C6-8A2A-9583-43A8125C481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368724" y="2433979"/>
                  <a:ext cx="982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A2E2E87-6C72-0F6F-EE35-124BFED994EA}"/>
                    </a:ext>
                  </a:extLst>
                </p14:cNvPr>
                <p14:cNvContentPartPr/>
                <p14:nvPr/>
              </p14:nvContentPartPr>
              <p14:xfrm>
                <a:off x="2386004" y="2716939"/>
                <a:ext cx="171360" cy="3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A2E2E87-6C72-0F6F-EE35-124BFED994E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79884" y="2710819"/>
                  <a:ext cx="18360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53776CF-FA87-CCE5-8D6F-9811A4E0C00C}"/>
                  </a:ext>
                </a:extLst>
              </p14:cNvPr>
              <p14:cNvContentPartPr/>
              <p14:nvPr/>
            </p14:nvContentPartPr>
            <p14:xfrm>
              <a:off x="2594444" y="4970179"/>
              <a:ext cx="360" cy="1220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53776CF-FA87-CCE5-8D6F-9811A4E0C00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588324" y="4964059"/>
                <a:ext cx="126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1E0A0E-1AC9-6310-FBF4-176B0FD239F3}"/>
                  </a:ext>
                </a:extLst>
              </p14:cNvPr>
              <p14:cNvContentPartPr/>
              <p14:nvPr/>
            </p14:nvContentPartPr>
            <p14:xfrm>
              <a:off x="3067124" y="4993579"/>
              <a:ext cx="3960" cy="892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1E0A0E-1AC9-6310-FBF4-176B0FD239F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061004" y="4987459"/>
                <a:ext cx="162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219C275-4AE2-9F2C-086E-F9900BE2E5BE}"/>
                  </a:ext>
                </a:extLst>
              </p14:cNvPr>
              <p14:cNvContentPartPr/>
              <p14:nvPr/>
            </p14:nvContentPartPr>
            <p14:xfrm>
              <a:off x="3543404" y="5006179"/>
              <a:ext cx="8280" cy="1000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219C275-4AE2-9F2C-086E-F9900BE2E5B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37284" y="5000059"/>
                <a:ext cx="2052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4018B36-F381-A262-907B-25847C855642}"/>
                  </a:ext>
                </a:extLst>
              </p14:cNvPr>
              <p14:cNvContentPartPr/>
              <p14:nvPr/>
            </p14:nvContentPartPr>
            <p14:xfrm>
              <a:off x="3936884" y="5019499"/>
              <a:ext cx="3960" cy="748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4018B36-F381-A262-907B-25847C85564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30764" y="5013379"/>
                <a:ext cx="1620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DCEC16C-CD91-D239-4D8D-903C84352D1A}"/>
                  </a:ext>
                </a:extLst>
              </p14:cNvPr>
              <p14:cNvContentPartPr/>
              <p14:nvPr/>
            </p14:nvContentPartPr>
            <p14:xfrm>
              <a:off x="4424324" y="4991779"/>
              <a:ext cx="8640" cy="2887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DCEC16C-CD91-D239-4D8D-903C84352D1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418204" y="4985659"/>
                <a:ext cx="208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60C44AD-8D05-0C17-0796-74B44A9DF9C5}"/>
                  </a:ext>
                </a:extLst>
              </p14:cNvPr>
              <p14:cNvContentPartPr/>
              <p14:nvPr/>
            </p14:nvContentPartPr>
            <p14:xfrm>
              <a:off x="4834724" y="5007259"/>
              <a:ext cx="10800" cy="2221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60C44AD-8D05-0C17-0796-74B44A9DF9C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828604" y="5001139"/>
                <a:ext cx="230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875AA7A-1B60-ADD8-C22C-4F15C89DF5C9}"/>
                  </a:ext>
                </a:extLst>
              </p14:cNvPr>
              <p14:cNvContentPartPr/>
              <p14:nvPr/>
            </p14:nvContentPartPr>
            <p14:xfrm>
              <a:off x="5273564" y="4989979"/>
              <a:ext cx="360" cy="1234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875AA7A-1B60-ADD8-C22C-4F15C89DF5C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267444" y="4983859"/>
                <a:ext cx="1260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F848D24-A139-E8D3-96B4-DA227014B857}"/>
                  </a:ext>
                </a:extLst>
              </p14:cNvPr>
              <p14:cNvContentPartPr/>
              <p14:nvPr/>
            </p14:nvContentPartPr>
            <p14:xfrm>
              <a:off x="5700884" y="5003659"/>
              <a:ext cx="8280" cy="114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F848D24-A139-E8D3-96B4-DA227014B8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694764" y="4997539"/>
                <a:ext cx="2052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1A3239A-411F-E034-4428-5D237433530B}"/>
                  </a:ext>
                </a:extLst>
              </p14:cNvPr>
              <p14:cNvContentPartPr/>
              <p14:nvPr/>
            </p14:nvContentPartPr>
            <p14:xfrm>
              <a:off x="5601524" y="2643139"/>
              <a:ext cx="59400" cy="85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1A3239A-411F-E034-4428-5D237433530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595404" y="2637019"/>
                <a:ext cx="71640" cy="9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6F0CA0A3-756A-AD26-BF3C-65945853ECC8}"/>
              </a:ext>
            </a:extLst>
          </p:cNvPr>
          <p:cNvGrpSpPr/>
          <p:nvPr/>
        </p:nvGrpSpPr>
        <p:grpSpPr>
          <a:xfrm>
            <a:off x="9700484" y="4105099"/>
            <a:ext cx="790560" cy="446040"/>
            <a:chOff x="9700484" y="4105099"/>
            <a:chExt cx="7905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FF63FB-EFCB-7855-1E4B-F4F96BE02180}"/>
                    </a:ext>
                  </a:extLst>
                </p14:cNvPr>
                <p14:cNvContentPartPr/>
                <p14:nvPr/>
              </p14:nvContentPartPr>
              <p14:xfrm>
                <a:off x="9772844" y="4105099"/>
                <a:ext cx="33480" cy="326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FF63FB-EFCB-7855-1E4B-F4F96BE0218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766724" y="4098979"/>
                  <a:ext cx="45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307633A-1B3E-C304-D553-5E4DBB5E24AA}"/>
                    </a:ext>
                  </a:extLst>
                </p14:cNvPr>
                <p14:cNvContentPartPr/>
                <p14:nvPr/>
              </p14:nvContentPartPr>
              <p14:xfrm>
                <a:off x="9700484" y="4249819"/>
                <a:ext cx="261360" cy="36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307633A-1B3E-C304-D553-5E4DBB5E24A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694364" y="4243699"/>
                  <a:ext cx="273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3F6F169-10AB-4CAC-DC76-43FE76B102AC}"/>
                    </a:ext>
                  </a:extLst>
                </p14:cNvPr>
                <p14:cNvContentPartPr/>
                <p14:nvPr/>
              </p14:nvContentPartPr>
              <p14:xfrm>
                <a:off x="9953204" y="4293379"/>
                <a:ext cx="265680" cy="104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3F6F169-10AB-4CAC-DC76-43FE76B102A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947084" y="4287259"/>
                  <a:ext cx="277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711A350-AF13-3059-BA98-D1011317D126}"/>
                    </a:ext>
                  </a:extLst>
                </p14:cNvPr>
                <p14:cNvContentPartPr/>
                <p14:nvPr/>
              </p14:nvContentPartPr>
              <p14:xfrm>
                <a:off x="10173524" y="4311019"/>
                <a:ext cx="213840" cy="191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711A350-AF13-3059-BA98-D1011317D12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67404" y="4304899"/>
                  <a:ext cx="226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37FE231-424D-25FB-A2C4-1BC84B2D85E4}"/>
                    </a:ext>
                  </a:extLst>
                </p14:cNvPr>
                <p14:cNvContentPartPr/>
                <p14:nvPr/>
              </p14:nvContentPartPr>
              <p14:xfrm>
                <a:off x="10337324" y="4285819"/>
                <a:ext cx="129960" cy="265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37FE231-424D-25FB-A2C4-1BC84B2D85E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331204" y="4279699"/>
                  <a:ext cx="142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923B4D8-42B3-E046-E692-82F09F2EDFD5}"/>
                    </a:ext>
                  </a:extLst>
                </p14:cNvPr>
                <p14:cNvContentPartPr/>
                <p14:nvPr/>
              </p14:nvContentPartPr>
              <p14:xfrm>
                <a:off x="10229684" y="4309579"/>
                <a:ext cx="261360" cy="45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923B4D8-42B3-E046-E692-82F09F2EDFD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223564" y="4303459"/>
                  <a:ext cx="27360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BC4263D-9D00-0237-B8B8-045B57D56412}"/>
                  </a:ext>
                </a:extLst>
              </p14:cNvPr>
              <p14:cNvContentPartPr/>
              <p14:nvPr/>
            </p14:nvContentPartPr>
            <p14:xfrm>
              <a:off x="2456924" y="1990459"/>
              <a:ext cx="72360" cy="72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BC4263D-9D00-0237-B8B8-045B57D5641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450804" y="1984339"/>
                <a:ext cx="846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970C16C-C593-265F-F96A-3B88CCFF9B70}"/>
                  </a:ext>
                </a:extLst>
              </p14:cNvPr>
              <p14:cNvContentPartPr/>
              <p14:nvPr/>
            </p14:nvContentPartPr>
            <p14:xfrm>
              <a:off x="2423444" y="2189179"/>
              <a:ext cx="6408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970C16C-C593-265F-F96A-3B88CCFF9B70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2417324" y="2183059"/>
                <a:ext cx="763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3832756-FDA5-17D6-A665-27E3A56B94C3}"/>
                  </a:ext>
                </a:extLst>
              </p14:cNvPr>
              <p14:cNvContentPartPr/>
              <p14:nvPr/>
            </p14:nvContentPartPr>
            <p14:xfrm>
              <a:off x="4768844" y="2139139"/>
              <a:ext cx="63720" cy="80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3832756-FDA5-17D6-A665-27E3A56B94C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762724" y="2133019"/>
                <a:ext cx="75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CC805A1-9130-E8FB-027E-8F0FBD30FCFB}"/>
                  </a:ext>
                </a:extLst>
              </p14:cNvPr>
              <p14:cNvContentPartPr/>
              <p14:nvPr/>
            </p14:nvContentPartPr>
            <p14:xfrm>
              <a:off x="2488604" y="1587619"/>
              <a:ext cx="687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CC805A1-9130-E8FB-027E-8F0FBD30FCF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482484" y="1581499"/>
                <a:ext cx="810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F0EE1E4-B784-4AE8-36A6-DB4BC0A1442A}"/>
                  </a:ext>
                </a:extLst>
              </p14:cNvPr>
              <p14:cNvContentPartPr/>
              <p14:nvPr/>
            </p14:nvContentPartPr>
            <p14:xfrm>
              <a:off x="2474924" y="1194859"/>
              <a:ext cx="5508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F0EE1E4-B784-4AE8-36A6-DB4BC0A1442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468804" y="1188739"/>
                <a:ext cx="6732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F4B6C5F-DAF7-0EED-5E5B-060DAC7A9E45}"/>
              </a:ext>
            </a:extLst>
          </p:cNvPr>
          <p:cNvGrpSpPr/>
          <p:nvPr/>
        </p:nvGrpSpPr>
        <p:grpSpPr>
          <a:xfrm>
            <a:off x="2418404" y="525619"/>
            <a:ext cx="415080" cy="509400"/>
            <a:chOff x="2418404" y="525619"/>
            <a:chExt cx="415080" cy="50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462B14D-3E1C-F167-7967-50DE3F7B465C}"/>
                    </a:ext>
                  </a:extLst>
                </p14:cNvPr>
                <p14:cNvContentPartPr/>
                <p14:nvPr/>
              </p14:nvContentPartPr>
              <p14:xfrm>
                <a:off x="2418764" y="691219"/>
                <a:ext cx="18720" cy="222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462B14D-3E1C-F167-7967-50DE3F7B465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12644" y="685099"/>
                  <a:ext cx="30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1EB7C64-354D-B73B-9852-D63B4790FEE8}"/>
                    </a:ext>
                  </a:extLst>
                </p14:cNvPr>
                <p14:cNvContentPartPr/>
                <p14:nvPr/>
              </p14:nvContentPartPr>
              <p14:xfrm>
                <a:off x="2418404" y="646579"/>
                <a:ext cx="61920" cy="129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1EB7C64-354D-B73B-9852-D63B4790FEE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12284" y="640459"/>
                  <a:ext cx="741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19C1FD8-EB1E-66E1-D164-C58177548AD0}"/>
                    </a:ext>
                  </a:extLst>
                </p14:cNvPr>
                <p14:cNvContentPartPr/>
                <p14:nvPr/>
              </p14:nvContentPartPr>
              <p14:xfrm>
                <a:off x="2534684" y="633979"/>
                <a:ext cx="65880" cy="135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19C1FD8-EB1E-66E1-D164-C58177548AD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528564" y="627859"/>
                  <a:ext cx="781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E74657-26AA-09E0-B992-D67ACA4BDA63}"/>
                    </a:ext>
                  </a:extLst>
                </p14:cNvPr>
                <p14:cNvContentPartPr/>
                <p14:nvPr/>
              </p14:nvContentPartPr>
              <p14:xfrm>
                <a:off x="2579324" y="655579"/>
                <a:ext cx="121680" cy="173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5E74657-26AA-09E0-B992-D67ACA4BDA6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573204" y="649459"/>
                  <a:ext cx="133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E816772-646D-E8F6-9B93-A73DABD37E88}"/>
                    </a:ext>
                  </a:extLst>
                </p14:cNvPr>
                <p14:cNvContentPartPr/>
                <p14:nvPr/>
              </p14:nvContentPartPr>
              <p14:xfrm>
                <a:off x="2728364" y="525619"/>
                <a:ext cx="105120" cy="509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E816772-646D-E8F6-9B93-A73DABD37E8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22244" y="519499"/>
                  <a:ext cx="11736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D14812-848A-CE94-6683-C8C7788651C8}"/>
                    </a:ext>
                  </a:extLst>
                </p14:cNvPr>
                <p14:cNvContentPartPr/>
                <p14:nvPr/>
              </p14:nvContentPartPr>
              <p14:xfrm>
                <a:off x="2505524" y="784819"/>
                <a:ext cx="55080" cy="3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D14812-848A-CE94-6683-C8C7788651C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99404" y="778699"/>
                  <a:ext cx="6732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EE6DD473-0AC5-AFFF-C5B8-6F6C33AD25EB}"/>
                  </a:ext>
                </a:extLst>
              </p14:cNvPr>
              <p14:cNvContentPartPr/>
              <p14:nvPr/>
            </p14:nvContentPartPr>
            <p14:xfrm>
              <a:off x="2451164" y="370099"/>
              <a:ext cx="150840" cy="176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EE6DD473-0AC5-AFFF-C5B8-6F6C33AD25E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445044" y="363979"/>
                <a:ext cx="1630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9A6292D-AE18-3186-C1C4-DAFFC161E52D}"/>
                  </a:ext>
                </a:extLst>
              </p14:cNvPr>
              <p14:cNvContentPartPr/>
              <p14:nvPr/>
            </p14:nvContentPartPr>
            <p14:xfrm>
              <a:off x="6125324" y="5000779"/>
              <a:ext cx="16200" cy="65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9A6292D-AE18-3186-C1C4-DAFFC161E52D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119204" y="4994659"/>
                <a:ext cx="284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CF2AEFA9-8517-27B1-CB4C-60102AD505EC}"/>
                  </a:ext>
                </a:extLst>
              </p14:cNvPr>
              <p14:cNvContentPartPr/>
              <p14:nvPr/>
            </p14:nvContentPartPr>
            <p14:xfrm>
              <a:off x="6596924" y="5008339"/>
              <a:ext cx="3960" cy="450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CF2AEFA9-8517-27B1-CB4C-60102AD505E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590804" y="5002219"/>
                <a:ext cx="1620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924A0C8-34F3-CA33-B724-781374CCE5D9}"/>
                  </a:ext>
                </a:extLst>
              </p14:cNvPr>
              <p14:cNvContentPartPr/>
              <p14:nvPr/>
            </p14:nvContentPartPr>
            <p14:xfrm>
              <a:off x="7024244" y="4978099"/>
              <a:ext cx="3960" cy="92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924A0C8-34F3-CA33-B724-781374CCE5D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018124" y="4971979"/>
                <a:ext cx="162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8CBB59B5-8235-538A-D1EF-14D5B8AA775D}"/>
                  </a:ext>
                </a:extLst>
              </p14:cNvPr>
              <p14:cNvContentPartPr/>
              <p14:nvPr/>
            </p14:nvContentPartPr>
            <p14:xfrm>
              <a:off x="6912284" y="421939"/>
              <a:ext cx="56160" cy="14400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8CBB59B5-8235-538A-D1EF-14D5B8AA775D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6906164" y="415819"/>
                <a:ext cx="6840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EDEDC0F-0C5C-2B14-31A0-3DC0EE15958B}"/>
                  </a:ext>
                </a:extLst>
              </p14:cNvPr>
              <p14:cNvContentPartPr/>
              <p14:nvPr/>
            </p14:nvContentPartPr>
            <p14:xfrm>
              <a:off x="2164604" y="4392379"/>
              <a:ext cx="74520" cy="39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EDEDC0F-0C5C-2B14-31A0-3DC0EE15958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158484" y="4386259"/>
                <a:ext cx="867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A335DCC-76AD-F0BE-53AC-5AF6CE17324D}"/>
                  </a:ext>
                </a:extLst>
              </p14:cNvPr>
              <p14:cNvContentPartPr/>
              <p14:nvPr/>
            </p14:nvContentPartPr>
            <p14:xfrm>
              <a:off x="3288884" y="4470499"/>
              <a:ext cx="61560" cy="6192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A335DCC-76AD-F0BE-53AC-5AF6CE17324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282764" y="4464379"/>
                <a:ext cx="7380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50F2D114-E41D-D00F-49F2-FB733AAD44F1}"/>
                  </a:ext>
                </a:extLst>
              </p14:cNvPr>
              <p14:cNvContentPartPr/>
              <p14:nvPr/>
            </p14:nvContentPartPr>
            <p14:xfrm>
              <a:off x="3759404" y="3216619"/>
              <a:ext cx="41400" cy="414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50F2D114-E41D-D00F-49F2-FB733AAD44F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753284" y="3210499"/>
                <a:ext cx="53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4008BEB3-6CF6-A05D-5757-DB99C05BD396}"/>
                  </a:ext>
                </a:extLst>
              </p14:cNvPr>
              <p14:cNvContentPartPr/>
              <p14:nvPr/>
            </p14:nvContentPartPr>
            <p14:xfrm>
              <a:off x="4573364" y="3598579"/>
              <a:ext cx="34560" cy="417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4008BEB3-6CF6-A05D-5757-DB99C05BD396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67244" y="3592459"/>
                <a:ext cx="468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F11BB9A-ACE9-4DD6-4D9E-C4023F4BE698}"/>
                  </a:ext>
                </a:extLst>
              </p14:cNvPr>
              <p14:cNvContentPartPr/>
              <p14:nvPr/>
            </p14:nvContentPartPr>
            <p14:xfrm>
              <a:off x="4793324" y="1153459"/>
              <a:ext cx="30960" cy="439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F11BB9A-ACE9-4DD6-4D9E-C4023F4BE69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787204" y="1147339"/>
                <a:ext cx="432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62430380-7056-1A7A-1231-B330C9A8C2CF}"/>
                  </a:ext>
                </a:extLst>
              </p14:cNvPr>
              <p14:cNvContentPartPr/>
              <p14:nvPr/>
            </p14:nvContentPartPr>
            <p14:xfrm>
              <a:off x="7122884" y="3249739"/>
              <a:ext cx="230760" cy="3528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62430380-7056-1A7A-1231-B330C9A8C2CF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116764" y="3243619"/>
                <a:ext cx="24300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A0AAEF8-F249-1966-FE41-EC1CC97D1500}"/>
                  </a:ext>
                </a:extLst>
              </p14:cNvPr>
              <p14:cNvContentPartPr/>
              <p14:nvPr/>
            </p14:nvContentPartPr>
            <p14:xfrm>
              <a:off x="8079764" y="1804339"/>
              <a:ext cx="27000" cy="1288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A0AAEF8-F249-1966-FE41-EC1CC97D1500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073644" y="1798219"/>
                <a:ext cx="392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37FCBDD-E28E-3D6D-57A5-A9EB622E5CCA}"/>
                  </a:ext>
                </a:extLst>
              </p14:cNvPr>
              <p14:cNvContentPartPr/>
              <p14:nvPr/>
            </p14:nvContentPartPr>
            <p14:xfrm>
              <a:off x="5863604" y="3940939"/>
              <a:ext cx="37080" cy="113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37FCBDD-E28E-3D6D-57A5-A9EB622E5CC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857484" y="3934819"/>
                <a:ext cx="4932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85A8949A-C530-30C1-012F-37F501D6EF9E}"/>
                  </a:ext>
                </a:extLst>
              </p14:cNvPr>
              <p14:cNvContentPartPr/>
              <p14:nvPr/>
            </p14:nvContentPartPr>
            <p14:xfrm>
              <a:off x="3880004" y="2031859"/>
              <a:ext cx="171360" cy="1062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85A8949A-C530-30C1-012F-37F501D6EF9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3873884" y="2025739"/>
                <a:ext cx="1836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A76991EF-1FE6-1550-EB6D-56BAE563578A}"/>
                  </a:ext>
                </a:extLst>
              </p14:cNvPr>
              <p14:cNvContentPartPr/>
              <p14:nvPr/>
            </p14:nvContentPartPr>
            <p14:xfrm>
              <a:off x="5779724" y="1002619"/>
              <a:ext cx="87120" cy="7020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A76991EF-1FE6-1550-EB6D-56BAE563578A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5773604" y="996499"/>
                <a:ext cx="9936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82136406-3026-4348-5619-D1D12BB09440}"/>
                  </a:ext>
                </a:extLst>
              </p14:cNvPr>
              <p14:cNvContentPartPr/>
              <p14:nvPr/>
            </p14:nvContentPartPr>
            <p14:xfrm>
              <a:off x="6274364" y="1765819"/>
              <a:ext cx="27720" cy="5760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82136406-3026-4348-5619-D1D12BB0944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268244" y="1759699"/>
                <a:ext cx="399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B48FCA1-BA53-0F9C-6C52-520A1AD37F2A}"/>
                  </a:ext>
                </a:extLst>
              </p14:cNvPr>
              <p14:cNvContentPartPr/>
              <p14:nvPr/>
            </p14:nvContentPartPr>
            <p14:xfrm>
              <a:off x="5950004" y="2087299"/>
              <a:ext cx="14040" cy="2664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B48FCA1-BA53-0F9C-6C52-520A1AD37F2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5943884" y="2081179"/>
                <a:ext cx="262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1FAF2ADA-BA66-4930-D705-17A97348722A}"/>
                  </a:ext>
                </a:extLst>
              </p14:cNvPr>
              <p14:cNvContentPartPr/>
              <p14:nvPr/>
            </p14:nvContentPartPr>
            <p14:xfrm>
              <a:off x="5007884" y="2525779"/>
              <a:ext cx="183600" cy="2350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1FAF2ADA-BA66-4930-D705-17A97348722A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5001764" y="2519659"/>
                <a:ext cx="1958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ECBE1C48-DDDD-5380-8BB7-53E29316312E}"/>
                  </a:ext>
                </a:extLst>
              </p14:cNvPr>
              <p14:cNvContentPartPr/>
              <p14:nvPr/>
            </p14:nvContentPartPr>
            <p14:xfrm>
              <a:off x="6737684" y="1282699"/>
              <a:ext cx="123480" cy="1188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ECBE1C48-DDDD-5380-8BB7-53E29316312E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731564" y="1276579"/>
                <a:ext cx="1357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A75B1DA-74EA-62F9-EA4E-AF1D7D30B51C}"/>
                  </a:ext>
                </a:extLst>
              </p14:cNvPr>
              <p14:cNvContentPartPr/>
              <p14:nvPr/>
            </p14:nvContentPartPr>
            <p14:xfrm>
              <a:off x="6284804" y="2248579"/>
              <a:ext cx="24840" cy="363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A75B1DA-74EA-62F9-EA4E-AF1D7D30B51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6278684" y="2242459"/>
                <a:ext cx="3708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3D1CCFC1-7A2A-E131-C1D5-7D520C8DA54B}"/>
                  </a:ext>
                </a:extLst>
              </p14:cNvPr>
              <p14:cNvContentPartPr/>
              <p14:nvPr/>
            </p14:nvContentPartPr>
            <p14:xfrm>
              <a:off x="5080964" y="3270259"/>
              <a:ext cx="138240" cy="2415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3D1CCFC1-7A2A-E131-C1D5-7D520C8DA54B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074844" y="3264139"/>
                <a:ext cx="15048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38EA0D9-540D-2C6E-6648-9FABD53C75F8}"/>
                  </a:ext>
                </a:extLst>
              </p14:cNvPr>
              <p14:cNvContentPartPr/>
              <p14:nvPr/>
            </p14:nvContentPartPr>
            <p14:xfrm>
              <a:off x="2896124" y="759979"/>
              <a:ext cx="5113440" cy="355932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38EA0D9-540D-2C6E-6648-9FABD53C75F8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890004" y="753859"/>
                <a:ext cx="5125680" cy="357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A76E2D5-E600-75AA-AAE9-D43477835373}"/>
                  </a:ext>
                </a:extLst>
              </p14:cNvPr>
              <p14:cNvContentPartPr/>
              <p14:nvPr/>
            </p14:nvContentPartPr>
            <p14:xfrm>
              <a:off x="8161124" y="78859"/>
              <a:ext cx="579600" cy="6984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A76E2D5-E600-75AA-AAE9-D43477835373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155004" y="72739"/>
                <a:ext cx="591840" cy="71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Group 94">
            <a:extLst>
              <a:ext uri="{FF2B5EF4-FFF2-40B4-BE49-F238E27FC236}">
                <a16:creationId xmlns:a16="http://schemas.microsoft.com/office/drawing/2014/main" id="{3088AE87-DF6B-FCEC-B54D-EA259C9F6F12}"/>
              </a:ext>
            </a:extLst>
          </p:cNvPr>
          <p:cNvGrpSpPr/>
          <p:nvPr/>
        </p:nvGrpSpPr>
        <p:grpSpPr>
          <a:xfrm>
            <a:off x="8816684" y="1368019"/>
            <a:ext cx="2359800" cy="1026720"/>
            <a:chOff x="8816684" y="1368019"/>
            <a:chExt cx="2359800" cy="102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8D14E77-1E9C-1A09-2C13-53F1A841022D}"/>
                    </a:ext>
                  </a:extLst>
                </p14:cNvPr>
                <p14:cNvContentPartPr/>
                <p14:nvPr/>
              </p14:nvContentPartPr>
              <p14:xfrm>
                <a:off x="8816684" y="1706419"/>
                <a:ext cx="250200" cy="6883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8D14E77-1E9C-1A09-2C13-53F1A841022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810564" y="1700299"/>
                  <a:ext cx="262440" cy="70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2ACF31B-5C21-C9B9-165F-4D9C2D0E2BF6}"/>
                    </a:ext>
                  </a:extLst>
                </p14:cNvPr>
                <p14:cNvContentPartPr/>
                <p14:nvPr/>
              </p14:nvContentPartPr>
              <p14:xfrm>
                <a:off x="9180644" y="1979299"/>
                <a:ext cx="443160" cy="21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2ACF31B-5C21-C9B9-165F-4D9C2D0E2BF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174524" y="1973179"/>
                  <a:ext cx="455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9479805-6D27-5765-32A4-C7DF593C8DA0}"/>
                    </a:ext>
                  </a:extLst>
                </p14:cNvPr>
                <p14:cNvContentPartPr/>
                <p14:nvPr/>
              </p14:nvContentPartPr>
              <p14:xfrm>
                <a:off x="9367124" y="1901899"/>
                <a:ext cx="245880" cy="5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9479805-6D27-5765-32A4-C7DF593C8DA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361004" y="1895779"/>
                  <a:ext cx="258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AA6DBC1-DA05-FD1B-DF13-E81B42BD7722}"/>
                    </a:ext>
                  </a:extLst>
                </p14:cNvPr>
                <p14:cNvContentPartPr/>
                <p14:nvPr/>
              </p14:nvContentPartPr>
              <p14:xfrm>
                <a:off x="9807404" y="1678339"/>
                <a:ext cx="363600" cy="315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AA6DBC1-DA05-FD1B-DF13-E81B42BD772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801284" y="1672219"/>
                  <a:ext cx="37584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15C4B91-CB12-70F2-5D29-55CFDC7C4CC4}"/>
                    </a:ext>
                  </a:extLst>
                </p14:cNvPr>
                <p14:cNvContentPartPr/>
                <p14:nvPr/>
              </p14:nvContentPartPr>
              <p14:xfrm>
                <a:off x="10228604" y="1717939"/>
                <a:ext cx="260280" cy="249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15C4B91-CB12-70F2-5D29-55CFDC7C4CC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222484" y="1711819"/>
                  <a:ext cx="272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D1D5C6F-8E82-AB0F-0087-105F3B3E1985}"/>
                    </a:ext>
                  </a:extLst>
                </p14:cNvPr>
                <p14:cNvContentPartPr/>
                <p14:nvPr/>
              </p14:nvContentPartPr>
              <p14:xfrm>
                <a:off x="10716404" y="1748539"/>
                <a:ext cx="27000" cy="203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D1D5C6F-8E82-AB0F-0087-105F3B3E198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0710284" y="1742419"/>
                  <a:ext cx="39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7689610-0D37-9057-B608-8A875A4E14FD}"/>
                    </a:ext>
                  </a:extLst>
                </p14:cNvPr>
                <p14:cNvContentPartPr/>
                <p14:nvPr/>
              </p14:nvContentPartPr>
              <p14:xfrm>
                <a:off x="10650524" y="1845019"/>
                <a:ext cx="21420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7689610-0D37-9057-B608-8A875A4E14F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0644404" y="1838899"/>
                  <a:ext cx="226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419C6CD-E98A-240A-FDA3-AC43232B0ADA}"/>
                    </a:ext>
                  </a:extLst>
                </p14:cNvPr>
                <p14:cNvContentPartPr/>
                <p14:nvPr/>
              </p14:nvContentPartPr>
              <p14:xfrm>
                <a:off x="11028524" y="1368019"/>
                <a:ext cx="147960" cy="567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419C6CD-E98A-240A-FDA3-AC43232B0AD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022404" y="1361899"/>
                  <a:ext cx="16020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471317F-3870-6145-0E88-7E0AF2556CE3}"/>
                    </a:ext>
                  </a:extLst>
                </p14:cNvPr>
                <p14:cNvContentPartPr/>
                <p14:nvPr/>
              </p14:nvContentPartPr>
              <p14:xfrm>
                <a:off x="9767444" y="2103859"/>
                <a:ext cx="462600" cy="54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471317F-3870-6145-0E88-7E0AF2556CE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761324" y="2097739"/>
                  <a:ext cx="4748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9869DEC-A976-65E6-CFDE-E5DFE8C69F86}"/>
                    </a:ext>
                  </a:extLst>
                </p14:cNvPr>
                <p14:cNvContentPartPr/>
                <p14:nvPr/>
              </p14:nvContentPartPr>
              <p14:xfrm>
                <a:off x="9872564" y="2191699"/>
                <a:ext cx="201600" cy="14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9869DEC-A976-65E6-CFDE-E5DFE8C69F8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9866444" y="2185579"/>
                  <a:ext cx="21384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824DE4C-EF69-38EB-EB89-A8C85AD5A09C}"/>
              </a:ext>
            </a:extLst>
          </p:cNvPr>
          <p:cNvGrpSpPr/>
          <p:nvPr/>
        </p:nvGrpSpPr>
        <p:grpSpPr>
          <a:xfrm>
            <a:off x="5457164" y="2170099"/>
            <a:ext cx="1443240" cy="382320"/>
            <a:chOff x="5457164" y="2170099"/>
            <a:chExt cx="1443240" cy="38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D520D6-32A6-7437-D136-22EDA07FC848}"/>
                    </a:ext>
                  </a:extLst>
                </p14:cNvPr>
                <p14:cNvContentPartPr/>
                <p14:nvPr/>
              </p14:nvContentPartPr>
              <p14:xfrm>
                <a:off x="5457164" y="2522539"/>
                <a:ext cx="1443240" cy="13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D520D6-32A6-7437-D136-22EDA07FC84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451044" y="2516419"/>
                  <a:ext cx="14554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BE6EDF8-9AE1-6FF2-66E5-1ABAC4995A36}"/>
                    </a:ext>
                  </a:extLst>
                </p14:cNvPr>
                <p14:cNvContentPartPr/>
                <p14:nvPr/>
              </p14:nvContentPartPr>
              <p14:xfrm>
                <a:off x="5922284" y="2224099"/>
                <a:ext cx="57960" cy="328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BE6EDF8-9AE1-6FF2-66E5-1ABAC4995A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916164" y="2217979"/>
                  <a:ext cx="7020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249F71E-CADF-6FE7-2F83-BB29B32EF9BE}"/>
                    </a:ext>
                  </a:extLst>
                </p14:cNvPr>
                <p14:cNvContentPartPr/>
                <p14:nvPr/>
              </p14:nvContentPartPr>
              <p14:xfrm>
                <a:off x="6097964" y="2170099"/>
                <a:ext cx="146880" cy="237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249F71E-CADF-6FE7-2F83-BB29B32EF9B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91844" y="2163979"/>
                  <a:ext cx="1591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31A6B0F-ED0E-B980-D820-553222A96DA9}"/>
                    </a:ext>
                  </a:extLst>
                </p14:cNvPr>
                <p14:cNvContentPartPr/>
                <p14:nvPr/>
              </p14:nvContentPartPr>
              <p14:xfrm>
                <a:off x="6119924" y="2303299"/>
                <a:ext cx="161280" cy="3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31A6B0F-ED0E-B980-D820-553222A96DA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13804" y="2297179"/>
                  <a:ext cx="17352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5386557-C732-CA60-781F-5B2B18FDFD3B}"/>
              </a:ext>
            </a:extLst>
          </p:cNvPr>
          <p:cNvGrpSpPr/>
          <p:nvPr/>
        </p:nvGrpSpPr>
        <p:grpSpPr>
          <a:xfrm>
            <a:off x="1840244" y="4326859"/>
            <a:ext cx="1046880" cy="556560"/>
            <a:chOff x="1840244" y="4326859"/>
            <a:chExt cx="1046880" cy="55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897D55F-DE28-8689-5D9B-6C9CDD720A96}"/>
                    </a:ext>
                  </a:extLst>
                </p14:cNvPr>
                <p14:cNvContentPartPr/>
                <p14:nvPr/>
              </p14:nvContentPartPr>
              <p14:xfrm>
                <a:off x="2824484" y="4326859"/>
                <a:ext cx="62640" cy="550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897D55F-DE28-8689-5D9B-6C9CDD720A9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818364" y="4320739"/>
                  <a:ext cx="74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82B1D38-F236-A528-94E3-A50218DCCB1C}"/>
                    </a:ext>
                  </a:extLst>
                </p14:cNvPr>
                <p14:cNvContentPartPr/>
                <p14:nvPr/>
              </p14:nvContentPartPr>
              <p14:xfrm>
                <a:off x="2658524" y="4433059"/>
                <a:ext cx="76320" cy="61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82B1D38-F236-A528-94E3-A50218DCCB1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652404" y="4426939"/>
                  <a:ext cx="88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7214D9-4F3F-53DA-6260-037AA515FC29}"/>
                    </a:ext>
                  </a:extLst>
                </p14:cNvPr>
                <p14:cNvContentPartPr/>
                <p14:nvPr/>
              </p14:nvContentPartPr>
              <p14:xfrm>
                <a:off x="2455844" y="4561219"/>
                <a:ext cx="101880" cy="78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7214D9-4F3F-53DA-6260-037AA515FC2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449724" y="4555099"/>
                  <a:ext cx="114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A9F42F6-AE45-F1F0-79F3-89FDAC115385}"/>
                    </a:ext>
                  </a:extLst>
                </p14:cNvPr>
                <p14:cNvContentPartPr/>
                <p14:nvPr/>
              </p14:nvContentPartPr>
              <p14:xfrm>
                <a:off x="2262524" y="4701259"/>
                <a:ext cx="93600" cy="58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A9F42F6-AE45-F1F0-79F3-89FDAC11538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256404" y="4695139"/>
                  <a:ext cx="1058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69DEF55C-406A-65E9-20E8-EFB3644F3C97}"/>
                    </a:ext>
                  </a:extLst>
                </p14:cNvPr>
                <p14:cNvContentPartPr/>
                <p14:nvPr/>
              </p14:nvContentPartPr>
              <p14:xfrm>
                <a:off x="2098724" y="4818979"/>
                <a:ext cx="69480" cy="41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69DEF55C-406A-65E9-20E8-EFB3644F3C9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092604" y="4812859"/>
                  <a:ext cx="81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0CC499A-BEE3-50B4-4A87-05EE5EAC04D2}"/>
                    </a:ext>
                  </a:extLst>
                </p14:cNvPr>
                <p14:cNvContentPartPr/>
                <p14:nvPr/>
              </p14:nvContentPartPr>
              <p14:xfrm>
                <a:off x="2036444" y="4859659"/>
                <a:ext cx="265680" cy="23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0CC499A-BEE3-50B4-4A87-05EE5EAC04D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030324" y="4853539"/>
                  <a:ext cx="277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3098A19-F8B7-C089-9D07-FC0B5FA3271F}"/>
                    </a:ext>
                  </a:extLst>
                </p14:cNvPr>
                <p14:cNvContentPartPr/>
                <p14:nvPr/>
              </p14:nvContentPartPr>
              <p14:xfrm>
                <a:off x="1840244" y="4588939"/>
                <a:ext cx="173520" cy="281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3098A19-F8B7-C089-9D07-FC0B5FA3271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34124" y="4582819"/>
                  <a:ext cx="185760" cy="29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8F59CBF0-E3E9-D5CF-B251-F2FAC38D30E3}"/>
              </a:ext>
            </a:extLst>
          </p:cNvPr>
          <p:cNvGrpSpPr/>
          <p:nvPr/>
        </p:nvGrpSpPr>
        <p:grpSpPr>
          <a:xfrm>
            <a:off x="11041124" y="2046979"/>
            <a:ext cx="213840" cy="125280"/>
            <a:chOff x="11041124" y="2046979"/>
            <a:chExt cx="213840" cy="1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874C27E-BBE7-DBD2-14F1-4FAC2AE71825}"/>
                    </a:ext>
                  </a:extLst>
                </p14:cNvPr>
                <p14:cNvContentPartPr/>
                <p14:nvPr/>
              </p14:nvContentPartPr>
              <p14:xfrm>
                <a:off x="11041124" y="2046979"/>
                <a:ext cx="173520" cy="3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874C27E-BBE7-DBD2-14F1-4FAC2AE7182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035004" y="2040859"/>
                  <a:ext cx="185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29A0AB9-06C1-57C8-7242-11C9A80C770D}"/>
                    </a:ext>
                  </a:extLst>
                </p14:cNvPr>
                <p14:cNvContentPartPr/>
                <p14:nvPr/>
              </p14:nvContentPartPr>
              <p14:xfrm>
                <a:off x="11117084" y="2163259"/>
                <a:ext cx="137880" cy="9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29A0AB9-06C1-57C8-7242-11C9A80C770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110964" y="2157139"/>
                  <a:ext cx="15012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14A2F50-641A-B7A2-3359-522F87B78F5C}"/>
              </a:ext>
            </a:extLst>
          </p:cNvPr>
          <p:cNvGrpSpPr/>
          <p:nvPr/>
        </p:nvGrpSpPr>
        <p:grpSpPr>
          <a:xfrm>
            <a:off x="589244" y="5938219"/>
            <a:ext cx="798480" cy="371880"/>
            <a:chOff x="589244" y="5938219"/>
            <a:chExt cx="79848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08DF9B4-F4AD-FD50-13A9-AFCFCC0F356E}"/>
                    </a:ext>
                  </a:extLst>
                </p14:cNvPr>
                <p14:cNvContentPartPr/>
                <p14:nvPr/>
              </p14:nvContentPartPr>
              <p14:xfrm>
                <a:off x="589244" y="5938219"/>
                <a:ext cx="136080" cy="371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08DF9B4-F4AD-FD50-13A9-AFCFCC0F356E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83124" y="5932099"/>
                  <a:ext cx="14832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B901D6-9EBC-6C7B-277D-DCCC1E7B9C7B}"/>
                    </a:ext>
                  </a:extLst>
                </p14:cNvPr>
                <p14:cNvContentPartPr/>
                <p14:nvPr/>
              </p14:nvContentPartPr>
              <p14:xfrm>
                <a:off x="807044" y="6141259"/>
                <a:ext cx="61920" cy="3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B901D6-9EBC-6C7B-277D-DCCC1E7B9C7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00924" y="6135139"/>
                  <a:ext cx="74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D6E8C76-5363-F835-534E-4294EE462CB2}"/>
                    </a:ext>
                  </a:extLst>
                </p14:cNvPr>
                <p14:cNvContentPartPr/>
                <p14:nvPr/>
              </p14:nvContentPartPr>
              <p14:xfrm>
                <a:off x="865364" y="6082219"/>
                <a:ext cx="48240" cy="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D6E8C76-5363-F835-534E-4294EE462CB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59244" y="6076099"/>
                  <a:ext cx="60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B3A572-DBB6-3DB6-6B75-79FB6BEBD424}"/>
                    </a:ext>
                  </a:extLst>
                </p14:cNvPr>
                <p14:cNvContentPartPr/>
                <p14:nvPr/>
              </p14:nvContentPartPr>
              <p14:xfrm>
                <a:off x="1009004" y="6024979"/>
                <a:ext cx="168480" cy="1040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B3A572-DBB6-3DB6-6B75-79FB6BEBD42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02884" y="6018859"/>
                  <a:ext cx="1807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DB7B21E-9B39-63C9-F949-7853978756D2}"/>
                    </a:ext>
                  </a:extLst>
                </p14:cNvPr>
                <p14:cNvContentPartPr/>
                <p14:nvPr/>
              </p14:nvContentPartPr>
              <p14:xfrm>
                <a:off x="1225004" y="6020299"/>
                <a:ext cx="162720" cy="154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DB7B21E-9B39-63C9-F949-7853978756D2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218884" y="6014179"/>
                  <a:ext cx="174960" cy="16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02D5782-06D0-77FC-30AE-97FC5D606BA7}"/>
              </a:ext>
            </a:extLst>
          </p:cNvPr>
          <p:cNvGrpSpPr/>
          <p:nvPr/>
        </p:nvGrpSpPr>
        <p:grpSpPr>
          <a:xfrm>
            <a:off x="1565204" y="5740579"/>
            <a:ext cx="307080" cy="392040"/>
            <a:chOff x="1565204" y="5740579"/>
            <a:chExt cx="30708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426DA81-CA80-9706-CA1B-AF25C6229062}"/>
                    </a:ext>
                  </a:extLst>
                </p14:cNvPr>
                <p14:cNvContentPartPr/>
                <p14:nvPr/>
              </p14:nvContentPartPr>
              <p14:xfrm>
                <a:off x="1582484" y="5956939"/>
                <a:ext cx="13680" cy="175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426DA81-CA80-9706-CA1B-AF25C622906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576364" y="5950819"/>
                  <a:ext cx="25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7240EB63-07C7-F05F-1D48-326E137AF491}"/>
                    </a:ext>
                  </a:extLst>
                </p14:cNvPr>
                <p14:cNvContentPartPr/>
                <p14:nvPr/>
              </p14:nvContentPartPr>
              <p14:xfrm>
                <a:off x="1565204" y="6048019"/>
                <a:ext cx="87120" cy="7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7240EB63-07C7-F05F-1D48-326E137AF49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1559084" y="6041899"/>
                  <a:ext cx="99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C1DE80-2A6C-4DEB-163C-98D13F713D56}"/>
                    </a:ext>
                  </a:extLst>
                </p14:cNvPr>
                <p14:cNvContentPartPr/>
                <p14:nvPr/>
              </p14:nvContentPartPr>
              <p14:xfrm>
                <a:off x="1790564" y="5740579"/>
                <a:ext cx="81720" cy="3841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C1DE80-2A6C-4DEB-163C-98D13F713D5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784444" y="5734459"/>
                  <a:ext cx="93960" cy="39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67949CB-6046-71AB-FD10-125A6AE24296}"/>
              </a:ext>
            </a:extLst>
          </p:cNvPr>
          <p:cNvGrpSpPr/>
          <p:nvPr/>
        </p:nvGrpSpPr>
        <p:grpSpPr>
          <a:xfrm>
            <a:off x="2204204" y="5889619"/>
            <a:ext cx="561960" cy="453600"/>
            <a:chOff x="2204204" y="5889619"/>
            <a:chExt cx="561960" cy="45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1F62524-0287-2216-5CB0-3D19DDAF2E01}"/>
                    </a:ext>
                  </a:extLst>
                </p14:cNvPr>
                <p14:cNvContentPartPr/>
                <p14:nvPr/>
              </p14:nvContentPartPr>
              <p14:xfrm>
                <a:off x="2204204" y="6060979"/>
                <a:ext cx="345600" cy="39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1F62524-0287-2216-5CB0-3D19DDAF2E0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98084" y="6054859"/>
                  <a:ext cx="3578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D0C44BA-B27D-7BF4-360F-2EC8CA78B4BC}"/>
                    </a:ext>
                  </a:extLst>
                </p14:cNvPr>
                <p14:cNvContentPartPr/>
                <p14:nvPr/>
              </p14:nvContentPartPr>
              <p14:xfrm>
                <a:off x="2244884" y="5984299"/>
                <a:ext cx="303840" cy="14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D0C44BA-B27D-7BF4-360F-2EC8CA78B4BC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238764" y="5978179"/>
                  <a:ext cx="316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2557C8-05F5-C048-C119-E418396CB8AC}"/>
                    </a:ext>
                  </a:extLst>
                </p14:cNvPr>
                <p14:cNvContentPartPr/>
                <p14:nvPr/>
              </p14:nvContentPartPr>
              <p14:xfrm>
                <a:off x="2246684" y="5889619"/>
                <a:ext cx="519480" cy="453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2557C8-05F5-C048-C119-E418396CB8A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240564" y="5883499"/>
                  <a:ext cx="531720" cy="46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FA54A38-2B17-9A26-99A2-A06889EE74B9}"/>
                  </a:ext>
                </a:extLst>
              </p14:cNvPr>
              <p14:cNvContentPartPr/>
              <p14:nvPr/>
            </p14:nvContentPartPr>
            <p14:xfrm>
              <a:off x="1118444" y="920899"/>
              <a:ext cx="151920" cy="3898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FA54A38-2B17-9A26-99A2-A06889EE74B9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1112324" y="914779"/>
                <a:ext cx="164160" cy="40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6FD185B-2A80-55BB-6EB4-0C44E6F80959}"/>
                  </a:ext>
                </a:extLst>
              </p14:cNvPr>
              <p14:cNvContentPartPr/>
              <p14:nvPr/>
            </p14:nvContentPartPr>
            <p14:xfrm>
              <a:off x="1283684" y="5686939"/>
              <a:ext cx="89640" cy="20952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6FD185B-2A80-55BB-6EB4-0C44E6F80959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1277564" y="5680819"/>
                <a:ext cx="101880" cy="22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D72D0D8-E65F-DDC1-6ABA-542F590BDEB9}"/>
              </a:ext>
            </a:extLst>
          </p:cNvPr>
          <p:cNvGrpSpPr/>
          <p:nvPr/>
        </p:nvGrpSpPr>
        <p:grpSpPr>
          <a:xfrm>
            <a:off x="3031484" y="5826619"/>
            <a:ext cx="1154880" cy="833760"/>
            <a:chOff x="3031484" y="5826619"/>
            <a:chExt cx="1154880" cy="83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C62AA61-DE4E-1879-A3A9-59058907F45F}"/>
                    </a:ext>
                  </a:extLst>
                </p14:cNvPr>
                <p14:cNvContentPartPr/>
                <p14:nvPr/>
              </p14:nvContentPartPr>
              <p14:xfrm>
                <a:off x="3031484" y="5826619"/>
                <a:ext cx="204840" cy="28944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C62AA61-DE4E-1879-A3A9-59058907F45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025364" y="5820499"/>
                  <a:ext cx="217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DEB0C4E-EB2A-7019-4CA4-31B3B1600FE3}"/>
                    </a:ext>
                  </a:extLst>
                </p14:cNvPr>
                <p14:cNvContentPartPr/>
                <p14:nvPr/>
              </p14:nvContentPartPr>
              <p14:xfrm>
                <a:off x="3226604" y="5997259"/>
                <a:ext cx="96120" cy="774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DEB0C4E-EB2A-7019-4CA4-31B3B1600FE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220484" y="5991139"/>
                  <a:ext cx="1083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6C544D5-AAFE-6818-0B16-1D3ABAD86106}"/>
                    </a:ext>
                  </a:extLst>
                </p14:cNvPr>
                <p14:cNvContentPartPr/>
                <p14:nvPr/>
              </p14:nvContentPartPr>
              <p14:xfrm>
                <a:off x="3346844" y="5847499"/>
                <a:ext cx="10440" cy="169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6C544D5-AAFE-6818-0B16-1D3ABAD8610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40724" y="5841379"/>
                  <a:ext cx="226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E4F2849-BD2E-029A-503C-FEFB2CE66ADD}"/>
                    </a:ext>
                  </a:extLst>
                </p14:cNvPr>
                <p14:cNvContentPartPr/>
                <p14:nvPr/>
              </p14:nvContentPartPr>
              <p14:xfrm>
                <a:off x="3406244" y="5898979"/>
                <a:ext cx="103320" cy="132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E4F2849-BD2E-029A-503C-FEFB2CE66ADD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00124" y="5892859"/>
                  <a:ext cx="115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5A0C223-5095-9547-AFC7-D08AD29B760D}"/>
                    </a:ext>
                  </a:extLst>
                </p14:cNvPr>
                <p14:cNvContentPartPr/>
                <p14:nvPr/>
              </p14:nvContentPartPr>
              <p14:xfrm>
                <a:off x="3545924" y="5878099"/>
                <a:ext cx="67680" cy="115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5A0C223-5095-9547-AFC7-D08AD29B760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539804" y="5871979"/>
                  <a:ext cx="799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3284680-9CEC-5FFB-5FED-D0035B23A4C3}"/>
                    </a:ext>
                  </a:extLst>
                </p14:cNvPr>
                <p14:cNvContentPartPr/>
                <p14:nvPr/>
              </p14:nvContentPartPr>
              <p14:xfrm>
                <a:off x="3239204" y="5888899"/>
                <a:ext cx="602640" cy="7714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3284680-9CEC-5FFB-5FED-D0035B23A4C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233084" y="5882779"/>
                  <a:ext cx="614880" cy="78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DE4D3EC-7E32-B9E9-AF09-C903E4EF7D76}"/>
                    </a:ext>
                  </a:extLst>
                </p14:cNvPr>
                <p14:cNvContentPartPr/>
                <p14:nvPr/>
              </p14:nvContentPartPr>
              <p14:xfrm>
                <a:off x="3897644" y="6082219"/>
                <a:ext cx="288720" cy="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DE4D3EC-7E32-B9E9-AF09-C903E4EF7D7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891524" y="6076099"/>
                  <a:ext cx="3009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5F81B50-A58A-C117-F211-D5D5339B431A}"/>
                    </a:ext>
                  </a:extLst>
                </p14:cNvPr>
                <p14:cNvContentPartPr/>
                <p14:nvPr/>
              </p14:nvContentPartPr>
              <p14:xfrm>
                <a:off x="3985124" y="6009499"/>
                <a:ext cx="87480" cy="3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5F81B50-A58A-C117-F211-D5D5339B43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979004" y="6003379"/>
                  <a:ext cx="99720" cy="1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0892EE2-025A-135F-AC64-18D830755D52}"/>
                  </a:ext>
                </a:extLst>
              </p14:cNvPr>
              <p14:cNvContentPartPr/>
              <p14:nvPr/>
            </p14:nvContentPartPr>
            <p14:xfrm>
              <a:off x="4313084" y="5772979"/>
              <a:ext cx="204120" cy="31212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0892EE2-025A-135F-AC64-18D830755D52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306964" y="5766859"/>
                <a:ext cx="216360" cy="32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D053390-1577-F085-A8BA-BEC40FF03A82}"/>
              </a:ext>
            </a:extLst>
          </p:cNvPr>
          <p:cNvGrpSpPr/>
          <p:nvPr/>
        </p:nvGrpSpPr>
        <p:grpSpPr>
          <a:xfrm>
            <a:off x="4718084" y="5884939"/>
            <a:ext cx="138240" cy="141120"/>
            <a:chOff x="4718084" y="5884939"/>
            <a:chExt cx="138240" cy="14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E5A36E2-618C-6A6B-6037-1F520B30621A}"/>
                    </a:ext>
                  </a:extLst>
                </p14:cNvPr>
                <p14:cNvContentPartPr/>
                <p14:nvPr/>
              </p14:nvContentPartPr>
              <p14:xfrm>
                <a:off x="4724924" y="5884939"/>
                <a:ext cx="77760" cy="129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E5A36E2-618C-6A6B-6037-1F520B3062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718804" y="5878819"/>
                  <a:ext cx="9000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CB87A67-0065-BC79-6621-803609D108C9}"/>
                    </a:ext>
                  </a:extLst>
                </p14:cNvPr>
                <p14:cNvContentPartPr/>
                <p14:nvPr/>
              </p14:nvContentPartPr>
              <p14:xfrm>
                <a:off x="4718084" y="5896459"/>
                <a:ext cx="138240" cy="129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CB87A67-0065-BC79-6621-803609D108C9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711964" y="5890339"/>
                  <a:ext cx="15048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3223F3B6-3B09-9C75-B182-F11D0C24839F}"/>
              </a:ext>
            </a:extLst>
          </p:cNvPr>
          <p:cNvGrpSpPr/>
          <p:nvPr/>
        </p:nvGrpSpPr>
        <p:grpSpPr>
          <a:xfrm>
            <a:off x="5064764" y="5807539"/>
            <a:ext cx="534600" cy="648000"/>
            <a:chOff x="5064764" y="5807539"/>
            <a:chExt cx="534600" cy="64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152954B-77B1-95BA-5196-FB49668C3973}"/>
                    </a:ext>
                  </a:extLst>
                </p14:cNvPr>
                <p14:cNvContentPartPr/>
                <p14:nvPr/>
              </p14:nvContentPartPr>
              <p14:xfrm>
                <a:off x="5080244" y="5807539"/>
                <a:ext cx="188640" cy="1022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152954B-77B1-95BA-5196-FB49668C3973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074124" y="5801419"/>
                  <a:ext cx="200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BFCD91B-EEBB-4C8D-9B65-72F93FFE4164}"/>
                    </a:ext>
                  </a:extLst>
                </p14:cNvPr>
                <p14:cNvContentPartPr/>
                <p14:nvPr/>
              </p14:nvContentPartPr>
              <p14:xfrm>
                <a:off x="5064764" y="5809339"/>
                <a:ext cx="323280" cy="646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BFCD91B-EEBB-4C8D-9B65-72F93FFE4164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058644" y="5803219"/>
                  <a:ext cx="3355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5873088-4EE2-4ACC-FF94-6EEF6BA0E87C}"/>
                    </a:ext>
                  </a:extLst>
                </p14:cNvPr>
                <p14:cNvContentPartPr/>
                <p14:nvPr/>
              </p14:nvContentPartPr>
              <p14:xfrm>
                <a:off x="5424044" y="5827339"/>
                <a:ext cx="175320" cy="126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5873088-4EE2-4ACC-FF94-6EEF6BA0E87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417924" y="5821219"/>
                  <a:ext cx="18756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C5014182-1252-630C-6578-76B86A8CCCEB}"/>
              </a:ext>
            </a:extLst>
          </p:cNvPr>
          <p:cNvGrpSpPr/>
          <p:nvPr/>
        </p:nvGrpSpPr>
        <p:grpSpPr>
          <a:xfrm>
            <a:off x="5798444" y="5629699"/>
            <a:ext cx="981720" cy="365760"/>
            <a:chOff x="5798444" y="5629699"/>
            <a:chExt cx="981720" cy="36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5FEB8EA-1841-3E2B-40DF-2157288AB5FD}"/>
                    </a:ext>
                  </a:extLst>
                </p14:cNvPr>
                <p14:cNvContentPartPr/>
                <p14:nvPr/>
              </p14:nvContentPartPr>
              <p14:xfrm>
                <a:off x="5841644" y="5756779"/>
                <a:ext cx="8280" cy="238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5FEB8EA-1841-3E2B-40DF-2157288AB5F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835524" y="5750659"/>
                  <a:ext cx="20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3F8EBC0-B807-252A-30B7-6C2544C527D5}"/>
                    </a:ext>
                  </a:extLst>
                </p14:cNvPr>
                <p14:cNvContentPartPr/>
                <p14:nvPr/>
              </p14:nvContentPartPr>
              <p14:xfrm>
                <a:off x="5798444" y="5832379"/>
                <a:ext cx="114840" cy="3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3F8EBC0-B807-252A-30B7-6C2544C527D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792324" y="5826259"/>
                  <a:ext cx="1270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C19B22F-73F6-6DE1-CC4A-5866693F6DB6}"/>
                    </a:ext>
                  </a:extLst>
                </p14:cNvPr>
                <p14:cNvContentPartPr/>
                <p14:nvPr/>
              </p14:nvContentPartPr>
              <p14:xfrm>
                <a:off x="6036044" y="5664259"/>
                <a:ext cx="126000" cy="281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C19B22F-73F6-6DE1-CC4A-5866693F6DB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029924" y="5658139"/>
                  <a:ext cx="1382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528B333-C94C-155B-08BF-740FC1328368}"/>
                    </a:ext>
                  </a:extLst>
                </p14:cNvPr>
                <p14:cNvContentPartPr/>
                <p14:nvPr/>
              </p14:nvContentPartPr>
              <p14:xfrm>
                <a:off x="5995004" y="5629699"/>
                <a:ext cx="230040" cy="10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528B333-C94C-155B-08BF-740FC132836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88884" y="5623579"/>
                  <a:ext cx="242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D9907C8-0DCA-BCF5-0FBB-18450CA43B39}"/>
                    </a:ext>
                  </a:extLst>
                </p14:cNvPr>
                <p14:cNvContentPartPr/>
                <p14:nvPr/>
              </p14:nvContentPartPr>
              <p14:xfrm>
                <a:off x="6290924" y="5662099"/>
                <a:ext cx="156600" cy="2156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D9907C8-0DCA-BCF5-0FBB-18450CA43B39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284804" y="5655979"/>
                  <a:ext cx="1688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3756381-30CA-B497-7A0C-BC127ADAF30B}"/>
                    </a:ext>
                  </a:extLst>
                </p14:cNvPr>
                <p14:cNvContentPartPr/>
                <p14:nvPr/>
              </p14:nvContentPartPr>
              <p14:xfrm>
                <a:off x="6433484" y="5674699"/>
                <a:ext cx="152280" cy="160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3756381-30CA-B497-7A0C-BC127ADAF30B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27364" y="5668579"/>
                  <a:ext cx="164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6A2EFAC-A7CC-D919-C977-12C6B75EB2FB}"/>
                    </a:ext>
                  </a:extLst>
                </p14:cNvPr>
                <p14:cNvContentPartPr/>
                <p14:nvPr/>
              </p14:nvContentPartPr>
              <p14:xfrm>
                <a:off x="6648404" y="5679379"/>
                <a:ext cx="131760" cy="1764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6A2EFAC-A7CC-D919-C977-12C6B75EB2FB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642284" y="5673259"/>
                  <a:ext cx="144000" cy="188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20486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ED19BC-F6EF-30AF-6049-8F9188AEF787}"/>
              </a:ext>
            </a:extLst>
          </p:cNvPr>
          <p:cNvCxnSpPr>
            <a:cxnSpLocks/>
          </p:cNvCxnSpPr>
          <p:nvPr/>
        </p:nvCxnSpPr>
        <p:spPr>
          <a:xfrm>
            <a:off x="2079057" y="741146"/>
            <a:ext cx="0" cy="46682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4B0115-031E-6E37-91F7-49F689AEE1CB}"/>
              </a:ext>
            </a:extLst>
          </p:cNvPr>
          <p:cNvCxnSpPr>
            <a:cxnSpLocks/>
          </p:cNvCxnSpPr>
          <p:nvPr/>
        </p:nvCxnSpPr>
        <p:spPr>
          <a:xfrm flipH="1">
            <a:off x="1856072" y="4995513"/>
            <a:ext cx="608477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9634857-A1B7-78E6-1F3A-CE9F83C8BBDC}"/>
              </a:ext>
            </a:extLst>
          </p:cNvPr>
          <p:cNvSpPr/>
          <p:nvPr/>
        </p:nvSpPr>
        <p:spPr>
          <a:xfrm>
            <a:off x="2983832" y="3551722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1D9CDA1-C44C-EFCB-E2F7-2404640F5D4D}"/>
              </a:ext>
            </a:extLst>
          </p:cNvPr>
          <p:cNvSpPr/>
          <p:nvPr/>
        </p:nvSpPr>
        <p:spPr>
          <a:xfrm>
            <a:off x="4445268" y="3551722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D5DE82-1E37-6560-995F-16EBD0A09284}"/>
              </a:ext>
            </a:extLst>
          </p:cNvPr>
          <p:cNvSpPr/>
          <p:nvPr/>
        </p:nvSpPr>
        <p:spPr>
          <a:xfrm>
            <a:off x="3607870" y="2279583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77B368B-8584-8712-6CCD-6AD95D5ABC39}"/>
              </a:ext>
            </a:extLst>
          </p:cNvPr>
          <p:cNvSpPr/>
          <p:nvPr/>
        </p:nvSpPr>
        <p:spPr>
          <a:xfrm>
            <a:off x="4445267" y="1722920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4F1116-4E8A-0B60-851B-244601045608}"/>
              </a:ext>
            </a:extLst>
          </p:cNvPr>
          <p:cNvSpPr/>
          <p:nvPr/>
        </p:nvSpPr>
        <p:spPr>
          <a:xfrm>
            <a:off x="4570395" y="2637321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3AC351-6F13-7D10-C24E-EDF5B12657A2}"/>
              </a:ext>
            </a:extLst>
          </p:cNvPr>
          <p:cNvSpPr/>
          <p:nvPr/>
        </p:nvSpPr>
        <p:spPr>
          <a:xfrm>
            <a:off x="6254817" y="2140016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4178C9-462C-3264-06C7-AC48893DBE77}"/>
              </a:ext>
            </a:extLst>
          </p:cNvPr>
          <p:cNvSpPr/>
          <p:nvPr/>
        </p:nvSpPr>
        <p:spPr>
          <a:xfrm>
            <a:off x="5435065" y="1722920"/>
            <a:ext cx="269507" cy="2791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747E4CF-C918-4CB6-C677-D4A826A86BBB}"/>
              </a:ext>
            </a:extLst>
          </p:cNvPr>
          <p:cNvGrpSpPr/>
          <p:nvPr/>
        </p:nvGrpSpPr>
        <p:grpSpPr>
          <a:xfrm>
            <a:off x="904604" y="695899"/>
            <a:ext cx="317520" cy="313920"/>
            <a:chOff x="904604" y="695899"/>
            <a:chExt cx="31752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6928E8-2E1A-7013-AF43-520D84E6087D}"/>
                    </a:ext>
                  </a:extLst>
                </p14:cNvPr>
                <p14:cNvContentPartPr/>
                <p14:nvPr/>
              </p14:nvContentPartPr>
              <p14:xfrm>
                <a:off x="904604" y="724699"/>
                <a:ext cx="153360" cy="28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6928E8-2E1A-7013-AF43-520D84E6087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8484" y="718579"/>
                  <a:ext cx="16560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2F76747-2F38-97A1-8855-1BFDAA7986CD}"/>
                    </a:ext>
                  </a:extLst>
                </p14:cNvPr>
                <p14:cNvContentPartPr/>
                <p14:nvPr/>
              </p14:nvContentPartPr>
              <p14:xfrm>
                <a:off x="1086044" y="853219"/>
                <a:ext cx="100800" cy="1497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2F76747-2F38-97A1-8855-1BFDAA7986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9924" y="847099"/>
                  <a:ext cx="1130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C9CE9A1-A445-A359-9297-F4A891FF916C}"/>
                    </a:ext>
                  </a:extLst>
                </p14:cNvPr>
                <p14:cNvContentPartPr/>
                <p14:nvPr/>
              </p14:nvContentPartPr>
              <p14:xfrm>
                <a:off x="1193324" y="695899"/>
                <a:ext cx="28800" cy="309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C9CE9A1-A445-A359-9297-F4A891FF91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7204" y="689779"/>
                  <a:ext cx="4104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B002B2-8155-0DDD-5837-2A44CC62DB3D}"/>
              </a:ext>
            </a:extLst>
          </p:cNvPr>
          <p:cNvGrpSpPr/>
          <p:nvPr/>
        </p:nvGrpSpPr>
        <p:grpSpPr>
          <a:xfrm>
            <a:off x="7649564" y="4856059"/>
            <a:ext cx="1113480" cy="752400"/>
            <a:chOff x="7649564" y="4856059"/>
            <a:chExt cx="1113480" cy="75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D1377D4-4750-7E5A-A2B9-CE94ECE00CAE}"/>
                    </a:ext>
                  </a:extLst>
                </p14:cNvPr>
                <p14:cNvContentPartPr/>
                <p14:nvPr/>
              </p14:nvContentPartPr>
              <p14:xfrm>
                <a:off x="7653164" y="5280499"/>
                <a:ext cx="10800" cy="219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D1377D4-4750-7E5A-A2B9-CE94ECE00C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647044" y="5274379"/>
                  <a:ext cx="230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A65832B-192B-2D71-7236-AD417384F2B1}"/>
                    </a:ext>
                  </a:extLst>
                </p14:cNvPr>
                <p14:cNvContentPartPr/>
                <p14:nvPr/>
              </p14:nvContentPartPr>
              <p14:xfrm>
                <a:off x="7649564" y="5245579"/>
                <a:ext cx="198000" cy="93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A65832B-192B-2D71-7236-AD417384F2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43444" y="5239459"/>
                  <a:ext cx="210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B9335E7-07B3-A19C-ABC8-41B48CA34565}"/>
                    </a:ext>
                  </a:extLst>
                </p14:cNvPr>
                <p14:cNvContentPartPr/>
                <p14:nvPr/>
              </p14:nvContentPartPr>
              <p14:xfrm>
                <a:off x="7818404" y="5387059"/>
                <a:ext cx="51840" cy="79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B9335E7-07B3-A19C-ABC8-41B48CA345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12284" y="5380939"/>
                  <a:ext cx="640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C3F540D-CF77-D689-6B8C-9A3EA1FB9A43}"/>
                    </a:ext>
                  </a:extLst>
                </p14:cNvPr>
                <p14:cNvContentPartPr/>
                <p14:nvPr/>
              </p14:nvContentPartPr>
              <p14:xfrm>
                <a:off x="7907324" y="5420179"/>
                <a:ext cx="122760" cy="10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C3F540D-CF77-D689-6B8C-9A3EA1FB9A4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01204" y="5414059"/>
                  <a:ext cx="135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DABB431-CF21-2D6A-2992-785E94AA1102}"/>
                    </a:ext>
                  </a:extLst>
                </p14:cNvPr>
                <p14:cNvContentPartPr/>
                <p14:nvPr/>
              </p14:nvContentPartPr>
              <p14:xfrm>
                <a:off x="8180564" y="5492899"/>
                <a:ext cx="58680" cy="1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DABB431-CF21-2D6A-2992-785E94AA11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4444" y="5486779"/>
                  <a:ext cx="709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81F851-1148-2A7E-012B-511B3B5A61EC}"/>
                    </a:ext>
                  </a:extLst>
                </p14:cNvPr>
                <p14:cNvContentPartPr/>
                <p14:nvPr/>
              </p14:nvContentPartPr>
              <p14:xfrm>
                <a:off x="8300804" y="5361139"/>
                <a:ext cx="128880" cy="208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81F851-1148-2A7E-012B-511B3B5A61E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94684" y="5355019"/>
                  <a:ext cx="141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FCBC4F-3667-581C-550D-5FC19DDCAB88}"/>
                    </a:ext>
                  </a:extLst>
                </p14:cNvPr>
                <p14:cNvContentPartPr/>
                <p14:nvPr/>
              </p14:nvContentPartPr>
              <p14:xfrm>
                <a:off x="8483684" y="5418019"/>
                <a:ext cx="173520" cy="190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FCBC4F-3667-581C-550D-5FC19DDCAB8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77564" y="5411899"/>
                  <a:ext cx="1857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F8060B3-33FC-06FD-A817-0CF0B378FE34}"/>
                    </a:ext>
                  </a:extLst>
                </p14:cNvPr>
                <p14:cNvContentPartPr/>
                <p14:nvPr/>
              </p14:nvContentPartPr>
              <p14:xfrm>
                <a:off x="8625524" y="4856059"/>
                <a:ext cx="137520" cy="743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F8060B3-33FC-06FD-A817-0CF0B378FE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19404" y="4849939"/>
                  <a:ext cx="149760" cy="75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3C69BBE-AC27-A4F6-4A60-0B7CC28A8C14}"/>
                  </a:ext>
                </a:extLst>
              </p14:cNvPr>
              <p14:cNvContentPartPr/>
              <p14:nvPr/>
            </p14:nvContentPartPr>
            <p14:xfrm>
              <a:off x="1928804" y="1512379"/>
              <a:ext cx="4599000" cy="3319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3C69BBE-AC27-A4F6-4A60-0B7CC28A8C1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2684" y="1506259"/>
                <a:ext cx="4611240" cy="33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76B8E5B-E775-6E0A-3B07-0E8A9611948E}"/>
                  </a:ext>
                </a:extLst>
              </p14:cNvPr>
              <p14:cNvContentPartPr/>
              <p14:nvPr/>
            </p14:nvContentPartPr>
            <p14:xfrm>
              <a:off x="2710724" y="3250819"/>
              <a:ext cx="41400" cy="3499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76B8E5B-E775-6E0A-3B07-0E8A9611948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704604" y="3244699"/>
                <a:ext cx="53640" cy="36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01B3387-766F-2A84-545C-51437C7287BB}"/>
              </a:ext>
            </a:extLst>
          </p:cNvPr>
          <p:cNvGrpSpPr/>
          <p:nvPr/>
        </p:nvGrpSpPr>
        <p:grpSpPr>
          <a:xfrm>
            <a:off x="1758884" y="3626659"/>
            <a:ext cx="406080" cy="234000"/>
            <a:chOff x="1758884" y="3626659"/>
            <a:chExt cx="406080" cy="23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BAD4208-A8D7-D3C5-6700-4E9347DEB432}"/>
                    </a:ext>
                  </a:extLst>
                </p14:cNvPr>
                <p14:cNvContentPartPr/>
                <p14:nvPr/>
              </p14:nvContentPartPr>
              <p14:xfrm>
                <a:off x="2084684" y="3697579"/>
                <a:ext cx="8028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BAD4208-A8D7-D3C5-6700-4E9347DEB4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78564" y="3691459"/>
                  <a:ext cx="92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423C39-A547-4476-CF00-F98C448D5708}"/>
                    </a:ext>
                  </a:extLst>
                </p14:cNvPr>
                <p14:cNvContentPartPr/>
                <p14:nvPr/>
              </p14:nvContentPartPr>
              <p14:xfrm>
                <a:off x="1758884" y="3652939"/>
                <a:ext cx="79200" cy="127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423C39-A547-4476-CF00-F98C448D570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752764" y="3646819"/>
                  <a:ext cx="91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DD7A94-2E4B-4FC9-6E5A-276D9AFED39F}"/>
                    </a:ext>
                  </a:extLst>
                </p14:cNvPr>
                <p14:cNvContentPartPr/>
                <p14:nvPr/>
              </p14:nvContentPartPr>
              <p14:xfrm>
                <a:off x="1789124" y="3626659"/>
                <a:ext cx="6552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DD7A94-2E4B-4FC9-6E5A-276D9AFED39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783004" y="3620539"/>
                  <a:ext cx="77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149D83F-544D-40B9-7C16-8CAF4680C4DC}"/>
                    </a:ext>
                  </a:extLst>
                </p14:cNvPr>
                <p14:cNvContentPartPr/>
                <p14:nvPr/>
              </p14:nvContentPartPr>
              <p14:xfrm>
                <a:off x="1887044" y="3750859"/>
                <a:ext cx="93600" cy="109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149D83F-544D-40B9-7C16-8CAF4680C4D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80924" y="3744739"/>
                  <a:ext cx="10584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1162D1B-1EF4-7221-3D40-30AD7CA7C5F1}"/>
              </a:ext>
            </a:extLst>
          </p:cNvPr>
          <p:cNvGrpSpPr/>
          <p:nvPr/>
        </p:nvGrpSpPr>
        <p:grpSpPr>
          <a:xfrm>
            <a:off x="3183404" y="4908259"/>
            <a:ext cx="236160" cy="623520"/>
            <a:chOff x="3183404" y="4908259"/>
            <a:chExt cx="236160" cy="62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24EC58E-21F8-7344-824A-49830CF8D9FF}"/>
                    </a:ext>
                  </a:extLst>
                </p14:cNvPr>
                <p14:cNvContentPartPr/>
                <p14:nvPr/>
              </p14:nvContentPartPr>
              <p14:xfrm>
                <a:off x="3249644" y="4908259"/>
                <a:ext cx="1728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24EC58E-21F8-7344-824A-49830CF8D9F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243524" y="4902139"/>
                  <a:ext cx="295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0242CFB-6C7D-42E3-8567-5F292B0CB719}"/>
                    </a:ext>
                  </a:extLst>
                </p14:cNvPr>
                <p14:cNvContentPartPr/>
                <p14:nvPr/>
              </p14:nvContentPartPr>
              <p14:xfrm>
                <a:off x="3183404" y="5152699"/>
                <a:ext cx="97560" cy="223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0242CFB-6C7D-42E3-8567-5F292B0CB71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77284" y="5146579"/>
                  <a:ext cx="10980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2CE39E7-A53F-0DC0-1B5E-02306A40D328}"/>
                    </a:ext>
                  </a:extLst>
                </p14:cNvPr>
                <p14:cNvContentPartPr/>
                <p14:nvPr/>
              </p14:nvContentPartPr>
              <p14:xfrm>
                <a:off x="3357644" y="5240899"/>
                <a:ext cx="61920" cy="290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2CE39E7-A53F-0DC0-1B5E-02306A40D32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51524" y="5234779"/>
                  <a:ext cx="74160" cy="30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C6526DA-57EA-6033-DBF0-CC9268BE84EF}"/>
              </a:ext>
            </a:extLst>
          </p:cNvPr>
          <p:cNvGrpSpPr/>
          <p:nvPr/>
        </p:nvGrpSpPr>
        <p:grpSpPr>
          <a:xfrm>
            <a:off x="7444724" y="569899"/>
            <a:ext cx="974880" cy="349560"/>
            <a:chOff x="7444724" y="569899"/>
            <a:chExt cx="97488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8172C21-9054-FEBF-34B9-B63CD001DB06}"/>
                    </a:ext>
                  </a:extLst>
                </p14:cNvPr>
                <p14:cNvContentPartPr/>
                <p14:nvPr/>
              </p14:nvContentPartPr>
              <p14:xfrm>
                <a:off x="7444724" y="627859"/>
                <a:ext cx="68760" cy="228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8172C21-9054-FEBF-34B9-B63CD001DB0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38604" y="621739"/>
                  <a:ext cx="81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839DBB3-EEB1-95BB-96CA-1F124835A730}"/>
                    </a:ext>
                  </a:extLst>
                </p14:cNvPr>
                <p14:cNvContentPartPr/>
                <p14:nvPr/>
              </p14:nvContentPartPr>
              <p14:xfrm>
                <a:off x="7478564" y="625339"/>
                <a:ext cx="6192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839DBB3-EEB1-95BB-96CA-1F124835A73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472444" y="619219"/>
                  <a:ext cx="741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3ACC813-5C9D-0F5A-6BDF-0990D2DFE015}"/>
                    </a:ext>
                  </a:extLst>
                </p14:cNvPr>
                <p14:cNvContentPartPr/>
                <p14:nvPr/>
              </p14:nvContentPartPr>
              <p14:xfrm>
                <a:off x="7539404" y="657379"/>
                <a:ext cx="209880" cy="198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3ACC813-5C9D-0F5A-6BDF-0990D2DFE0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33284" y="651259"/>
                  <a:ext cx="222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A78B81D-09DE-9668-F352-9D539B44EBE6}"/>
                    </a:ext>
                  </a:extLst>
                </p14:cNvPr>
                <p14:cNvContentPartPr/>
                <p14:nvPr/>
              </p14:nvContentPartPr>
              <p14:xfrm>
                <a:off x="7854404" y="738019"/>
                <a:ext cx="149760" cy="22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A78B81D-09DE-9668-F352-9D539B44EBE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48284" y="731899"/>
                  <a:ext cx="162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A7CA228-E141-619C-ED96-78F032D05810}"/>
                    </a:ext>
                  </a:extLst>
                </p14:cNvPr>
                <p14:cNvContentPartPr/>
                <p14:nvPr/>
              </p14:nvContentPartPr>
              <p14:xfrm>
                <a:off x="8044844" y="632899"/>
                <a:ext cx="126720" cy="191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A7CA228-E141-619C-ED96-78F032D058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38724" y="626779"/>
                  <a:ext cx="1389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B95E81-6B22-B72C-27A9-BA21A22744D1}"/>
                    </a:ext>
                  </a:extLst>
                </p14:cNvPr>
                <p14:cNvContentPartPr/>
                <p14:nvPr/>
              </p14:nvContentPartPr>
              <p14:xfrm>
                <a:off x="8232404" y="606619"/>
                <a:ext cx="123120" cy="24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B95E81-6B22-B72C-27A9-BA21A22744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226284" y="600499"/>
                  <a:ext cx="135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3CA0CA6-377C-9DA5-E334-AE4540A91748}"/>
                    </a:ext>
                  </a:extLst>
                </p14:cNvPr>
                <p14:cNvContentPartPr/>
                <p14:nvPr/>
              </p14:nvContentPartPr>
              <p14:xfrm>
                <a:off x="8408804" y="569899"/>
                <a:ext cx="10800" cy="3495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3CA0CA6-377C-9DA5-E334-AE4540A917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402684" y="563779"/>
                  <a:ext cx="23040" cy="36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D64B819-DD6D-6C5D-3CBD-3D93788A1A34}"/>
                  </a:ext>
                </a:extLst>
              </p14:cNvPr>
              <p14:cNvContentPartPr/>
              <p14:nvPr/>
            </p14:nvContentPartPr>
            <p14:xfrm>
              <a:off x="7294964" y="586099"/>
              <a:ext cx="23400" cy="4161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D64B819-DD6D-6C5D-3CBD-3D93788A1A3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288844" y="579979"/>
                <a:ext cx="35640" cy="42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1B50486A-29BD-0D5A-CCAD-5404F17BCE46}"/>
                  </a:ext>
                </a:extLst>
              </p14:cNvPr>
              <p14:cNvContentPartPr/>
              <p14:nvPr/>
            </p14:nvContentPartPr>
            <p14:xfrm>
              <a:off x="3020324" y="3254419"/>
              <a:ext cx="184680" cy="186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1B50486A-29BD-0D5A-CCAD-5404F17BCE4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014204" y="3248299"/>
                <a:ext cx="19692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C40DF598-6541-7011-DE2B-C30698056C8E}"/>
              </a:ext>
            </a:extLst>
          </p:cNvPr>
          <p:cNvGrpSpPr/>
          <p:nvPr/>
        </p:nvGrpSpPr>
        <p:grpSpPr>
          <a:xfrm>
            <a:off x="4571924" y="4905379"/>
            <a:ext cx="215280" cy="489240"/>
            <a:chOff x="4571924" y="4905379"/>
            <a:chExt cx="215280" cy="48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075D8B-BF46-EF43-CE14-D1CFDFCA13CC}"/>
                    </a:ext>
                  </a:extLst>
                </p14:cNvPr>
                <p14:cNvContentPartPr/>
                <p14:nvPr/>
              </p14:nvContentPartPr>
              <p14:xfrm>
                <a:off x="4670924" y="4905379"/>
                <a:ext cx="9000" cy="159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075D8B-BF46-EF43-CE14-D1CFDFCA13C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64804" y="4899259"/>
                  <a:ext cx="212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DECF5BD-9B75-7BD7-ADC7-397B3B60F695}"/>
                    </a:ext>
                  </a:extLst>
                </p14:cNvPr>
                <p14:cNvContentPartPr/>
                <p14:nvPr/>
              </p14:nvContentPartPr>
              <p14:xfrm>
                <a:off x="4571924" y="5186179"/>
                <a:ext cx="73440" cy="190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DECF5BD-9B75-7BD7-ADC7-397B3B60F69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65804" y="5180059"/>
                  <a:ext cx="85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AF5050-9FC1-FACC-A74F-61D75251EB5E}"/>
                    </a:ext>
                  </a:extLst>
                </p14:cNvPr>
                <p14:cNvContentPartPr/>
                <p14:nvPr/>
              </p14:nvContentPartPr>
              <p14:xfrm>
                <a:off x="4711604" y="5260699"/>
                <a:ext cx="65520" cy="133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AF5050-9FC1-FACC-A74F-61D75251EB5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05484" y="5254579"/>
                  <a:ext cx="7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F956B33-5669-0E03-545D-2E879214EF78}"/>
                    </a:ext>
                  </a:extLst>
                </p14:cNvPr>
                <p14:cNvContentPartPr/>
                <p14:nvPr/>
              </p14:nvContentPartPr>
              <p14:xfrm>
                <a:off x="4732124" y="5205979"/>
                <a:ext cx="55080" cy="10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F956B33-5669-0E03-545D-2E879214EF7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26004" y="5199859"/>
                  <a:ext cx="6732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216EA44-6E10-A2E4-6A89-1DDA2CD5293B}"/>
              </a:ext>
            </a:extLst>
          </p:cNvPr>
          <p:cNvGrpSpPr/>
          <p:nvPr/>
        </p:nvGrpSpPr>
        <p:grpSpPr>
          <a:xfrm>
            <a:off x="8595644" y="502579"/>
            <a:ext cx="1480320" cy="472320"/>
            <a:chOff x="8595644" y="502579"/>
            <a:chExt cx="148032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88C5D14-2302-85DC-D713-9B263EB82D65}"/>
                    </a:ext>
                  </a:extLst>
                </p14:cNvPr>
                <p14:cNvContentPartPr/>
                <p14:nvPr/>
              </p14:nvContentPartPr>
              <p14:xfrm>
                <a:off x="8690324" y="609499"/>
                <a:ext cx="7200" cy="330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88C5D14-2302-85DC-D713-9B263EB82D6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84204" y="603379"/>
                  <a:ext cx="194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97C6E4A-72A2-C986-507B-FF78CA69E0FA}"/>
                    </a:ext>
                  </a:extLst>
                </p14:cNvPr>
                <p14:cNvContentPartPr/>
                <p14:nvPr/>
              </p14:nvContentPartPr>
              <p14:xfrm>
                <a:off x="8595644" y="775459"/>
                <a:ext cx="185760" cy="17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97C6E4A-72A2-C986-507B-FF78CA69E0F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589524" y="769339"/>
                  <a:ext cx="1980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C2FC243-E71A-DFEB-ADF1-6697051B5631}"/>
                    </a:ext>
                  </a:extLst>
                </p14:cNvPr>
                <p14:cNvContentPartPr/>
                <p14:nvPr/>
              </p14:nvContentPartPr>
              <p14:xfrm>
                <a:off x="8932604" y="549019"/>
                <a:ext cx="10440" cy="425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C2FC243-E71A-DFEB-ADF1-6697051B56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926484" y="542899"/>
                  <a:ext cx="226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8B3BBF5-CF89-4FEB-5379-DFB92956BE4F}"/>
                    </a:ext>
                  </a:extLst>
                </p14:cNvPr>
                <p14:cNvContentPartPr/>
                <p14:nvPr/>
              </p14:nvContentPartPr>
              <p14:xfrm>
                <a:off x="9056804" y="641179"/>
                <a:ext cx="79200" cy="221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8B3BBF5-CF89-4FEB-5379-DFB92956BE4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50684" y="635059"/>
                  <a:ext cx="91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3311B90-F49B-7E77-F88F-5A5697B2761B}"/>
                    </a:ext>
                  </a:extLst>
                </p14:cNvPr>
                <p14:cNvContentPartPr/>
                <p14:nvPr/>
              </p14:nvContentPartPr>
              <p14:xfrm>
                <a:off x="9144644" y="663499"/>
                <a:ext cx="89280" cy="24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3311B90-F49B-7E77-F88F-5A5697B2761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38524" y="657379"/>
                  <a:ext cx="10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298DBA4-98CC-3CC5-BE3B-0E71EF7F6749}"/>
                    </a:ext>
                  </a:extLst>
                </p14:cNvPr>
                <p14:cNvContentPartPr/>
                <p14:nvPr/>
              </p14:nvContentPartPr>
              <p14:xfrm>
                <a:off x="9167324" y="681859"/>
                <a:ext cx="209160" cy="174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298DBA4-98CC-3CC5-BE3B-0E71EF7F674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161204" y="675739"/>
                  <a:ext cx="2214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41F56E-328E-EB73-21F9-C55811CAD586}"/>
                    </a:ext>
                  </a:extLst>
                </p14:cNvPr>
                <p14:cNvContentPartPr/>
                <p14:nvPr/>
              </p14:nvContentPartPr>
              <p14:xfrm>
                <a:off x="9490604" y="773299"/>
                <a:ext cx="72360" cy="39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41F56E-328E-EB73-21F9-C55811CAD58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84484" y="767179"/>
                  <a:ext cx="84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0B0472-D07D-7A53-E862-5F21739BD1A3}"/>
                    </a:ext>
                  </a:extLst>
                </p14:cNvPr>
                <p14:cNvContentPartPr/>
                <p14:nvPr/>
              </p14:nvContentPartPr>
              <p14:xfrm>
                <a:off x="9694004" y="502579"/>
                <a:ext cx="72720" cy="239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0B0472-D07D-7A53-E862-5F21739BD1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87884" y="496459"/>
                  <a:ext cx="84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FC333A1-5A9E-3555-4CCB-C1F2840772B8}"/>
                    </a:ext>
                  </a:extLst>
                </p14:cNvPr>
                <p14:cNvContentPartPr/>
                <p14:nvPr/>
              </p14:nvContentPartPr>
              <p14:xfrm>
                <a:off x="9799484" y="579979"/>
                <a:ext cx="172800" cy="18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FC333A1-5A9E-3555-4CCB-C1F2840772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793364" y="573859"/>
                  <a:ext cx="1850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52C51FA-61F8-CC22-E99A-16AFCA37A00F}"/>
                    </a:ext>
                  </a:extLst>
                </p14:cNvPr>
                <p14:cNvContentPartPr/>
                <p14:nvPr/>
              </p14:nvContentPartPr>
              <p14:xfrm>
                <a:off x="9814604" y="565219"/>
                <a:ext cx="176400" cy="18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52C51FA-61F8-CC22-E99A-16AFCA37A00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808484" y="559099"/>
                  <a:ext cx="188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C961ABD-5AA4-38BB-D181-4F103640AE4D}"/>
                    </a:ext>
                  </a:extLst>
                </p14:cNvPr>
                <p14:cNvContentPartPr/>
                <p14:nvPr/>
              </p14:nvContentPartPr>
              <p14:xfrm>
                <a:off x="10055444" y="528139"/>
                <a:ext cx="20520" cy="3938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C961ABD-5AA4-38BB-D181-4F103640AE4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049324" y="522019"/>
                  <a:ext cx="32760" cy="40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FE6170A-DEDF-8584-4BB7-DB4F4578C4E7}"/>
                  </a:ext>
                </a:extLst>
              </p14:cNvPr>
              <p14:cNvContentPartPr/>
              <p14:nvPr/>
            </p14:nvContentPartPr>
            <p14:xfrm>
              <a:off x="4780364" y="3362059"/>
              <a:ext cx="170280" cy="2250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FE6170A-DEDF-8584-4BB7-DB4F4578C4E7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74244" y="3355939"/>
                <a:ext cx="1825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F6CB4A6-8546-9AC9-4593-E730B9156B37}"/>
                  </a:ext>
                </a:extLst>
              </p14:cNvPr>
              <p14:cNvContentPartPr/>
              <p14:nvPr/>
            </p14:nvContentPartPr>
            <p14:xfrm>
              <a:off x="10254524" y="556579"/>
              <a:ext cx="12240" cy="1692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F6CB4A6-8546-9AC9-4593-E730B9156B3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248404" y="550459"/>
                <a:ext cx="2448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49CC703E-4296-3008-E351-EAAC6C10B9BB}"/>
              </a:ext>
            </a:extLst>
          </p:cNvPr>
          <p:cNvGrpSpPr/>
          <p:nvPr/>
        </p:nvGrpSpPr>
        <p:grpSpPr>
          <a:xfrm>
            <a:off x="10193324" y="463699"/>
            <a:ext cx="239760" cy="369000"/>
            <a:chOff x="10193324" y="463699"/>
            <a:chExt cx="23976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877824A-1A7F-189F-2318-C92C265B9BE1}"/>
                    </a:ext>
                  </a:extLst>
                </p14:cNvPr>
                <p14:cNvContentPartPr/>
                <p14:nvPr/>
              </p14:nvContentPartPr>
              <p14:xfrm>
                <a:off x="10193324" y="631819"/>
                <a:ext cx="113400" cy="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877824A-1A7F-189F-2318-C92C265B9B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187204" y="625699"/>
                  <a:ext cx="1256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BDE670-A654-B932-4B17-C1E6DEB424AE}"/>
                    </a:ext>
                  </a:extLst>
                </p14:cNvPr>
                <p14:cNvContentPartPr/>
                <p14:nvPr/>
              </p14:nvContentPartPr>
              <p14:xfrm>
                <a:off x="10429124" y="463699"/>
                <a:ext cx="3960" cy="369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BDE670-A654-B932-4B17-C1E6DEB424A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423004" y="457579"/>
                  <a:ext cx="16200" cy="38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AF6FBE1-1410-96AF-4B0E-F956F048FE07}"/>
              </a:ext>
            </a:extLst>
          </p:cNvPr>
          <p:cNvGrpSpPr/>
          <p:nvPr/>
        </p:nvGrpSpPr>
        <p:grpSpPr>
          <a:xfrm>
            <a:off x="10606244" y="516979"/>
            <a:ext cx="773640" cy="340200"/>
            <a:chOff x="10606244" y="516979"/>
            <a:chExt cx="77364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36F5C5A-1119-65C7-0C93-3CAB6C0D0BD5}"/>
                    </a:ext>
                  </a:extLst>
                </p14:cNvPr>
                <p14:cNvContentPartPr/>
                <p14:nvPr/>
              </p14:nvContentPartPr>
              <p14:xfrm>
                <a:off x="10606244" y="554419"/>
                <a:ext cx="121320" cy="2264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36F5C5A-1119-65C7-0C93-3CAB6C0D0BD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00124" y="548299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F7B8A3B-D18F-11DA-91AC-71C1361ECC90}"/>
                    </a:ext>
                  </a:extLst>
                </p14:cNvPr>
                <p14:cNvContentPartPr/>
                <p14:nvPr/>
              </p14:nvContentPartPr>
              <p14:xfrm>
                <a:off x="10770404" y="595819"/>
                <a:ext cx="102600" cy="1508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F7B8A3B-D18F-11DA-91AC-71C1361ECC9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764284" y="589699"/>
                  <a:ext cx="1148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837D4BC-0089-B1F4-F31B-FD64DA16671A}"/>
                    </a:ext>
                  </a:extLst>
                </p14:cNvPr>
                <p14:cNvContentPartPr/>
                <p14:nvPr/>
              </p14:nvContentPartPr>
              <p14:xfrm>
                <a:off x="10937084" y="670339"/>
                <a:ext cx="112680" cy="72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837D4BC-0089-B1F4-F31B-FD64DA16671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930964" y="664219"/>
                  <a:ext cx="124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BED1D87-84C9-DB1C-1020-FD22C5ECA67F}"/>
                    </a:ext>
                  </a:extLst>
                </p14:cNvPr>
                <p14:cNvContentPartPr/>
                <p14:nvPr/>
              </p14:nvContentPartPr>
              <p14:xfrm>
                <a:off x="11000444" y="520579"/>
                <a:ext cx="153000" cy="263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BED1D87-84C9-DB1C-1020-FD22C5ECA67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994324" y="514459"/>
                  <a:ext cx="1652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838653-EFF7-E84A-63FF-32734A22139D}"/>
                    </a:ext>
                  </a:extLst>
                </p14:cNvPr>
                <p14:cNvContentPartPr/>
                <p14:nvPr/>
              </p14:nvContentPartPr>
              <p14:xfrm>
                <a:off x="11174324" y="567379"/>
                <a:ext cx="126000" cy="1159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838653-EFF7-E84A-63FF-32734A22139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168204" y="561259"/>
                  <a:ext cx="138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01AF986-548A-CC5A-D515-82456DF2E624}"/>
                    </a:ext>
                  </a:extLst>
                </p14:cNvPr>
                <p14:cNvContentPartPr/>
                <p14:nvPr/>
              </p14:nvContentPartPr>
              <p14:xfrm>
                <a:off x="11357564" y="516979"/>
                <a:ext cx="22320" cy="3402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01AF986-548A-CC5A-D515-82456DF2E62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351444" y="510859"/>
                  <a:ext cx="3456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5F904F69-1A67-9152-6D6C-8B6B0D794522}"/>
              </a:ext>
            </a:extLst>
          </p:cNvPr>
          <p:cNvGrpSpPr/>
          <p:nvPr/>
        </p:nvGrpSpPr>
        <p:grpSpPr>
          <a:xfrm>
            <a:off x="8267324" y="1395739"/>
            <a:ext cx="133920" cy="135720"/>
            <a:chOff x="8267324" y="1395739"/>
            <a:chExt cx="13392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80FE0EA-7701-6382-CFCA-1A505D86D9FB}"/>
                    </a:ext>
                  </a:extLst>
                </p14:cNvPr>
                <p14:cNvContentPartPr/>
                <p14:nvPr/>
              </p14:nvContentPartPr>
              <p14:xfrm>
                <a:off x="8274164" y="1395739"/>
                <a:ext cx="5400" cy="13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80FE0EA-7701-6382-CFCA-1A505D86D9F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68044" y="1389619"/>
                  <a:ext cx="17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8309128-4547-7CEB-B39E-FBE60BEFF541}"/>
                    </a:ext>
                  </a:extLst>
                </p14:cNvPr>
                <p14:cNvContentPartPr/>
                <p14:nvPr/>
              </p14:nvContentPartPr>
              <p14:xfrm>
                <a:off x="8267324" y="1489699"/>
                <a:ext cx="133920" cy="1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8309128-4547-7CEB-B39E-FBE60BEFF54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61204" y="1483579"/>
                  <a:ext cx="1461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530042B2-DEC7-B7FC-08C6-E297320F8A98}"/>
                  </a:ext>
                </a:extLst>
              </p14:cNvPr>
              <p14:cNvContentPartPr/>
              <p14:nvPr/>
            </p14:nvContentPartPr>
            <p14:xfrm>
              <a:off x="4907084" y="2414899"/>
              <a:ext cx="326160" cy="3690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530042B2-DEC7-B7FC-08C6-E297320F8A9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00964" y="2408779"/>
                <a:ext cx="33840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8A58A1E-1AEA-A7E5-8293-7813C620D2B7}"/>
                  </a:ext>
                </a:extLst>
              </p14:cNvPr>
              <p14:cNvContentPartPr/>
              <p14:nvPr/>
            </p14:nvContentPartPr>
            <p14:xfrm>
              <a:off x="3657524" y="1861579"/>
              <a:ext cx="390960" cy="274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8A58A1E-1AEA-A7E5-8293-7813C620D2B7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651404" y="1855459"/>
                <a:ext cx="40320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7A1D57C-0490-358D-70C6-CABFD14479CA}"/>
                  </a:ext>
                </a:extLst>
              </p14:cNvPr>
              <p14:cNvContentPartPr/>
              <p14:nvPr/>
            </p14:nvContentPartPr>
            <p14:xfrm>
              <a:off x="8634884" y="1258579"/>
              <a:ext cx="53640" cy="3967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7A1D57C-0490-358D-70C6-CABFD14479C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628764" y="1252459"/>
                <a:ext cx="65880" cy="4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13778A1-5A4A-8403-FBBF-B2E539447556}"/>
                  </a:ext>
                </a:extLst>
              </p14:cNvPr>
              <p14:cNvContentPartPr/>
              <p14:nvPr/>
            </p14:nvContentPartPr>
            <p14:xfrm>
              <a:off x="4646804" y="1576099"/>
              <a:ext cx="110880" cy="9108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13778A1-5A4A-8403-FBBF-B2E53944755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40684" y="1569979"/>
                <a:ext cx="12312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53B9EE2-EB80-B1CF-28CE-7C384F80F824}"/>
                  </a:ext>
                </a:extLst>
              </p14:cNvPr>
              <p14:cNvContentPartPr/>
              <p14:nvPr/>
            </p14:nvContentPartPr>
            <p14:xfrm>
              <a:off x="5724644" y="1410499"/>
              <a:ext cx="320760" cy="2062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53B9EE2-EB80-B1CF-28CE-7C384F80F82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718524" y="1404379"/>
                <a:ext cx="33300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226565FA-DCED-C529-A728-77A0C0DCF4D4}"/>
                  </a:ext>
                </a:extLst>
              </p14:cNvPr>
              <p14:cNvContentPartPr/>
              <p14:nvPr/>
            </p14:nvContentPartPr>
            <p14:xfrm>
              <a:off x="6632924" y="1887139"/>
              <a:ext cx="329400" cy="285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226565FA-DCED-C529-A728-77A0C0DCF4D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626804" y="1881019"/>
                <a:ext cx="34164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EB3D2C2-89C0-C6CC-C876-9F8A1A9086EA}"/>
                  </a:ext>
                </a:extLst>
              </p14:cNvPr>
              <p14:cNvContentPartPr/>
              <p14:nvPr/>
            </p14:nvContentPartPr>
            <p14:xfrm>
              <a:off x="7880684" y="180379"/>
              <a:ext cx="10800" cy="158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EB3D2C2-89C0-C6CC-C876-9F8A1A9086EA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874564" y="174259"/>
                <a:ext cx="23040" cy="17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E7929F4-1AF3-7FBD-43F5-73ACF87E2691}"/>
              </a:ext>
            </a:extLst>
          </p:cNvPr>
          <p:cNvGrpSpPr/>
          <p:nvPr/>
        </p:nvGrpSpPr>
        <p:grpSpPr>
          <a:xfrm>
            <a:off x="9292964" y="179659"/>
            <a:ext cx="447480" cy="234360"/>
            <a:chOff x="9292964" y="179659"/>
            <a:chExt cx="44748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6FE9044-DAAA-BECA-8C77-69ABE9119765}"/>
                    </a:ext>
                  </a:extLst>
                </p14:cNvPr>
                <p14:cNvContentPartPr/>
                <p14:nvPr/>
              </p14:nvContentPartPr>
              <p14:xfrm>
                <a:off x="9292964" y="182899"/>
                <a:ext cx="155880" cy="231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6FE9044-DAAA-BECA-8C77-69ABE911976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286844" y="176779"/>
                  <a:ext cx="168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BBE07AD-EFAA-4289-D46B-CBA0B7438865}"/>
                    </a:ext>
                  </a:extLst>
                </p14:cNvPr>
                <p14:cNvContentPartPr/>
                <p14:nvPr/>
              </p14:nvContentPartPr>
              <p14:xfrm>
                <a:off x="9476924" y="190819"/>
                <a:ext cx="97560" cy="2070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BBE07AD-EFAA-4289-D46B-CBA0B743886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470804" y="184699"/>
                  <a:ext cx="109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6F6C567-6D88-E42A-BE65-78A000E850C5}"/>
                    </a:ext>
                  </a:extLst>
                </p14:cNvPr>
                <p14:cNvContentPartPr/>
                <p14:nvPr/>
              </p14:nvContentPartPr>
              <p14:xfrm>
                <a:off x="9508964" y="179659"/>
                <a:ext cx="231480" cy="18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6F6C567-6D88-E42A-BE65-78A000E850C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02844" y="173539"/>
                  <a:ext cx="24372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5217D76-C580-AAFF-2CED-1C47F2E4423B}"/>
                  </a:ext>
                </a:extLst>
              </p14:cNvPr>
              <p14:cNvContentPartPr/>
              <p14:nvPr/>
            </p14:nvContentPartPr>
            <p14:xfrm>
              <a:off x="10943204" y="173899"/>
              <a:ext cx="116280" cy="123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5217D76-C580-AAFF-2CED-1C47F2E4423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937084" y="167779"/>
                <a:ext cx="128520" cy="13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C00C7A3-C6E5-0107-997B-FC70F4BDE21B}"/>
              </a:ext>
            </a:extLst>
          </p:cNvPr>
          <p:cNvGrpSpPr/>
          <p:nvPr/>
        </p:nvGrpSpPr>
        <p:grpSpPr>
          <a:xfrm>
            <a:off x="8837564" y="1058419"/>
            <a:ext cx="715680" cy="607680"/>
            <a:chOff x="8837564" y="1058419"/>
            <a:chExt cx="715680" cy="60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0A15973-04FB-0C0F-96FE-4DB66BF16113}"/>
                    </a:ext>
                  </a:extLst>
                </p14:cNvPr>
                <p14:cNvContentPartPr/>
                <p14:nvPr/>
              </p14:nvContentPartPr>
              <p14:xfrm>
                <a:off x="8837564" y="1293499"/>
                <a:ext cx="61200" cy="22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0A15973-04FB-0C0F-96FE-4DB66BF1611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831444" y="1287379"/>
                  <a:ext cx="734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09D3989-86A5-2AC5-3E41-11A1E61193AC}"/>
                    </a:ext>
                  </a:extLst>
                </p14:cNvPr>
                <p14:cNvContentPartPr/>
                <p14:nvPr/>
              </p14:nvContentPartPr>
              <p14:xfrm>
                <a:off x="8911364" y="1347859"/>
                <a:ext cx="92880" cy="116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09D3989-86A5-2AC5-3E41-11A1E61193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905244" y="1341739"/>
                  <a:ext cx="1051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6275E18-4559-DF74-66AA-4D8DA987DC53}"/>
                    </a:ext>
                  </a:extLst>
                </p14:cNvPr>
                <p14:cNvContentPartPr/>
                <p14:nvPr/>
              </p14:nvContentPartPr>
              <p14:xfrm>
                <a:off x="9119084" y="1376299"/>
                <a:ext cx="48240" cy="3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6275E18-4559-DF74-66AA-4D8DA987DC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112964" y="1370179"/>
                  <a:ext cx="604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333AFD4-4D0A-ECA5-45D7-3EF12708A708}"/>
                    </a:ext>
                  </a:extLst>
                </p14:cNvPr>
                <p14:cNvContentPartPr/>
                <p14:nvPr/>
              </p14:nvContentPartPr>
              <p14:xfrm>
                <a:off x="9220604" y="1264339"/>
                <a:ext cx="63720" cy="1875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333AFD4-4D0A-ECA5-45D7-3EF12708A70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214484" y="1258219"/>
                  <a:ext cx="75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32137D4-E3B4-B27A-FBE7-63852ACBCCB1}"/>
                    </a:ext>
                  </a:extLst>
                </p14:cNvPr>
                <p14:cNvContentPartPr/>
                <p14:nvPr/>
              </p14:nvContentPartPr>
              <p14:xfrm>
                <a:off x="9326444" y="1324099"/>
                <a:ext cx="72360" cy="147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32137D4-E3B4-B27A-FBE7-63852ACBCCB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20324" y="1317979"/>
                  <a:ext cx="846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3DBD9CA-583E-5E0E-0FC0-B76EF003041D}"/>
                    </a:ext>
                  </a:extLst>
                </p14:cNvPr>
                <p14:cNvContentPartPr/>
                <p14:nvPr/>
              </p14:nvContentPartPr>
              <p14:xfrm>
                <a:off x="9353804" y="1312579"/>
                <a:ext cx="87120" cy="3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3DBD9CA-583E-5E0E-0FC0-B76EF00304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347684" y="1306459"/>
                  <a:ext cx="993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D2B28E6-E7FD-5784-5A65-CD2A72972402}"/>
                    </a:ext>
                  </a:extLst>
                </p14:cNvPr>
                <p14:cNvContentPartPr/>
                <p14:nvPr/>
              </p14:nvContentPartPr>
              <p14:xfrm>
                <a:off x="9488444" y="1247059"/>
                <a:ext cx="64800" cy="4190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D2B28E6-E7FD-5784-5A65-CD2A729724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482324" y="1240939"/>
                  <a:ext cx="770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8BF2530-69E7-7A01-0FB4-A1454110A6C7}"/>
                    </a:ext>
                  </a:extLst>
                </p14:cNvPr>
                <p14:cNvContentPartPr/>
                <p14:nvPr/>
              </p14:nvContentPartPr>
              <p14:xfrm>
                <a:off x="8982644" y="1068499"/>
                <a:ext cx="22320" cy="900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8BF2530-69E7-7A01-0FB4-A1454110A6C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976524" y="1062379"/>
                  <a:ext cx="345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48F32D4-E09C-2053-C48D-86465DFCD46A}"/>
                    </a:ext>
                  </a:extLst>
                </p14:cNvPr>
                <p14:cNvContentPartPr/>
                <p14:nvPr/>
              </p14:nvContentPartPr>
              <p14:xfrm>
                <a:off x="9098204" y="1058419"/>
                <a:ext cx="58680" cy="1508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48F32D4-E09C-2053-C48D-86465DFCD46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092084" y="1052299"/>
                  <a:ext cx="709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9C092A5-AADA-CA84-4CFE-27F55B322E21}"/>
                    </a:ext>
                  </a:extLst>
                </p14:cNvPr>
                <p14:cNvContentPartPr/>
                <p14:nvPr/>
              </p14:nvContentPartPr>
              <p14:xfrm>
                <a:off x="9132044" y="1061299"/>
                <a:ext cx="106920" cy="23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9C092A5-AADA-CA84-4CFE-27F55B322E2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25924" y="1055179"/>
                  <a:ext cx="11916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685B9F4-EAE7-9B95-32FC-4D7D670D181C}"/>
              </a:ext>
            </a:extLst>
          </p:cNvPr>
          <p:cNvGrpSpPr/>
          <p:nvPr/>
        </p:nvGrpSpPr>
        <p:grpSpPr>
          <a:xfrm>
            <a:off x="8618684" y="2450539"/>
            <a:ext cx="1522080" cy="486720"/>
            <a:chOff x="8618684" y="2450539"/>
            <a:chExt cx="152208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2662E58-FA58-7513-CF0F-B4A39166C7FA}"/>
                    </a:ext>
                  </a:extLst>
                </p14:cNvPr>
                <p14:cNvContentPartPr/>
                <p14:nvPr/>
              </p14:nvContentPartPr>
              <p14:xfrm>
                <a:off x="9205844" y="2457379"/>
                <a:ext cx="80280" cy="235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2662E58-FA58-7513-CF0F-B4A39166C7F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199724" y="2451259"/>
                  <a:ext cx="925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AA7AA61-5EC1-DB11-11B3-F42627755502}"/>
                    </a:ext>
                  </a:extLst>
                </p14:cNvPr>
                <p14:cNvContentPartPr/>
                <p14:nvPr/>
              </p14:nvContentPartPr>
              <p14:xfrm>
                <a:off x="9247964" y="2474659"/>
                <a:ext cx="153000" cy="12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AA7AA61-5EC1-DB11-11B3-F4262775550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241844" y="2468539"/>
                  <a:ext cx="165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8F522EB-7BE5-AF1A-4D18-A2234592B534}"/>
                    </a:ext>
                  </a:extLst>
                </p14:cNvPr>
                <p14:cNvContentPartPr/>
                <p14:nvPr/>
              </p14:nvContentPartPr>
              <p14:xfrm>
                <a:off x="9471524" y="2450539"/>
                <a:ext cx="20160" cy="2883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8F522EB-7BE5-AF1A-4D18-A2234592B53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465404" y="2444419"/>
                  <a:ext cx="324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613A84B-446E-1C9A-B167-4953765C3FD0}"/>
                    </a:ext>
                  </a:extLst>
                </p14:cNvPr>
                <p14:cNvContentPartPr/>
                <p14:nvPr/>
              </p14:nvContentPartPr>
              <p14:xfrm>
                <a:off x="8618684" y="2830339"/>
                <a:ext cx="1522080" cy="106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613A84B-446E-1C9A-B167-4953765C3FD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612564" y="2824219"/>
                  <a:ext cx="153432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CDE02CB-6E6A-3EA8-83B1-2D45EC11F79E}"/>
              </a:ext>
            </a:extLst>
          </p:cNvPr>
          <p:cNvGrpSpPr/>
          <p:nvPr/>
        </p:nvGrpSpPr>
        <p:grpSpPr>
          <a:xfrm>
            <a:off x="9312044" y="3060739"/>
            <a:ext cx="279720" cy="239760"/>
            <a:chOff x="9312044" y="3060739"/>
            <a:chExt cx="27972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D60C5FA-6F71-03E5-1C68-A0EC0F3F73C3}"/>
                    </a:ext>
                  </a:extLst>
                </p14:cNvPr>
                <p14:cNvContentPartPr/>
                <p14:nvPr/>
              </p14:nvContentPartPr>
              <p14:xfrm>
                <a:off x="9312044" y="3061099"/>
                <a:ext cx="96120" cy="239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D60C5FA-6F71-03E5-1C68-A0EC0F3F73C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305924" y="3054979"/>
                  <a:ext cx="1083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2A665DD-ABEE-1BF1-FA2F-5B8D9F69DCF3}"/>
                    </a:ext>
                  </a:extLst>
                </p14:cNvPr>
                <p14:cNvContentPartPr/>
                <p14:nvPr/>
              </p14:nvContentPartPr>
              <p14:xfrm>
                <a:off x="9353804" y="3060739"/>
                <a:ext cx="237960" cy="118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2A665DD-ABEE-1BF1-FA2F-5B8D9F69DCF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347684" y="3054619"/>
                  <a:ext cx="2502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A3B6B6C-9063-F795-7D94-04C7F1758694}"/>
              </a:ext>
            </a:extLst>
          </p:cNvPr>
          <p:cNvGrpSpPr/>
          <p:nvPr/>
        </p:nvGrpSpPr>
        <p:grpSpPr>
          <a:xfrm>
            <a:off x="10300244" y="2718019"/>
            <a:ext cx="882000" cy="250200"/>
            <a:chOff x="10300244" y="2718019"/>
            <a:chExt cx="882000" cy="25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B685054-A020-FA57-759B-808CBF31BBD4}"/>
                    </a:ext>
                  </a:extLst>
                </p14:cNvPr>
                <p14:cNvContentPartPr/>
                <p14:nvPr/>
              </p14:nvContentPartPr>
              <p14:xfrm>
                <a:off x="10300244" y="2955979"/>
                <a:ext cx="138960" cy="12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B685054-A020-FA57-759B-808CBF31BBD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94124" y="2949859"/>
                  <a:ext cx="151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03A189A-F9B8-E49F-82A2-01D12E480E8D}"/>
                    </a:ext>
                  </a:extLst>
                </p14:cNvPr>
                <p14:cNvContentPartPr/>
                <p14:nvPr/>
              </p14:nvContentPartPr>
              <p14:xfrm>
                <a:off x="10327604" y="2878579"/>
                <a:ext cx="280080" cy="10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03A189A-F9B8-E49F-82A2-01D12E480E8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21484" y="2872459"/>
                  <a:ext cx="292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4A9EEEC-395A-B4A1-6642-2BF67C87ABD8}"/>
                    </a:ext>
                  </a:extLst>
                </p14:cNvPr>
                <p14:cNvContentPartPr/>
                <p14:nvPr/>
              </p14:nvContentPartPr>
              <p14:xfrm>
                <a:off x="10690844" y="2749339"/>
                <a:ext cx="3960" cy="201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4A9EEEC-395A-B4A1-6642-2BF67C87ABD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684724" y="2743219"/>
                  <a:ext cx="16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7BBDEF0-5143-449C-F22F-0BD89F3BC299}"/>
                    </a:ext>
                  </a:extLst>
                </p14:cNvPr>
                <p14:cNvContentPartPr/>
                <p14:nvPr/>
              </p14:nvContentPartPr>
              <p14:xfrm>
                <a:off x="10799204" y="2781739"/>
                <a:ext cx="82440" cy="142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7BBDEF0-5143-449C-F22F-0BD89F3BC29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793084" y="2775619"/>
                  <a:ext cx="94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B0E6192-194F-1F84-89DC-46F4D9A2AEA8}"/>
                    </a:ext>
                  </a:extLst>
                </p14:cNvPr>
                <p14:cNvContentPartPr/>
                <p14:nvPr/>
              </p14:nvContentPartPr>
              <p14:xfrm>
                <a:off x="10933484" y="2856619"/>
                <a:ext cx="360" cy="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B0E6192-194F-1F84-89DC-46F4D9A2AEA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27364" y="285049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15C2300-9E4F-D66A-18B2-F1706175B719}"/>
                    </a:ext>
                  </a:extLst>
                </p14:cNvPr>
                <p14:cNvContentPartPr/>
                <p14:nvPr/>
              </p14:nvContentPartPr>
              <p14:xfrm>
                <a:off x="11006564" y="2718019"/>
                <a:ext cx="175680" cy="203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15C2300-9E4F-D66A-18B2-F1706175B71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00444" y="2711899"/>
                  <a:ext cx="18792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A402ECC3-D491-6986-849A-5B3763960E03}"/>
              </a:ext>
            </a:extLst>
          </p:cNvPr>
          <p:cNvGrpSpPr/>
          <p:nvPr/>
        </p:nvGrpSpPr>
        <p:grpSpPr>
          <a:xfrm>
            <a:off x="7141964" y="2671579"/>
            <a:ext cx="1347480" cy="329040"/>
            <a:chOff x="7141964" y="2671579"/>
            <a:chExt cx="134748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7D017168-6CDA-B38B-61C0-7380D61EAB60}"/>
                    </a:ext>
                  </a:extLst>
                </p14:cNvPr>
                <p14:cNvContentPartPr/>
                <p14:nvPr/>
              </p14:nvContentPartPr>
              <p14:xfrm>
                <a:off x="7141964" y="2671579"/>
                <a:ext cx="205920" cy="266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7D017168-6CDA-B38B-61C0-7380D61EAB6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35844" y="2665459"/>
                  <a:ext cx="2181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0FD5224-DCF5-54CE-4677-2C3BB4C480CA}"/>
                    </a:ext>
                  </a:extLst>
                </p14:cNvPr>
                <p14:cNvContentPartPr/>
                <p14:nvPr/>
              </p14:nvContentPartPr>
              <p14:xfrm>
                <a:off x="7464884" y="2707939"/>
                <a:ext cx="207360" cy="292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0FD5224-DCF5-54CE-4677-2C3BB4C480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458764" y="2701819"/>
                  <a:ext cx="2196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F0E2B9-9313-93C5-C4E6-D6CA22D1BFCC}"/>
                    </a:ext>
                  </a:extLst>
                </p14:cNvPr>
                <p14:cNvContentPartPr/>
                <p14:nvPr/>
              </p14:nvContentPartPr>
              <p14:xfrm>
                <a:off x="7487924" y="2859499"/>
                <a:ext cx="248040" cy="10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F0E2B9-9313-93C5-C4E6-D6CA22D1BFC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81804" y="2853379"/>
                  <a:ext cx="260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0DF003E-A6E2-89BA-8D00-392C6AAFF9B1}"/>
                    </a:ext>
                  </a:extLst>
                </p14:cNvPr>
                <p14:cNvContentPartPr/>
                <p14:nvPr/>
              </p14:nvContentPartPr>
              <p14:xfrm>
                <a:off x="7786724" y="2767339"/>
                <a:ext cx="155520" cy="20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0DF003E-A6E2-89BA-8D00-392C6AAFF9B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780604" y="2761219"/>
                  <a:ext cx="167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EEFCAB4-9C34-DF40-A284-3AEFB2898CF3}"/>
                    </a:ext>
                  </a:extLst>
                </p14:cNvPr>
                <p14:cNvContentPartPr/>
                <p14:nvPr/>
              </p14:nvContentPartPr>
              <p14:xfrm>
                <a:off x="7754684" y="2774179"/>
                <a:ext cx="176400" cy="212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EEFCAB4-9C34-DF40-A284-3AEFB2898CF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748564" y="2768059"/>
                  <a:ext cx="1886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D05D001-EC61-5372-8581-F2A87D1D6CF7}"/>
                    </a:ext>
                  </a:extLst>
                </p14:cNvPr>
                <p14:cNvContentPartPr/>
                <p14:nvPr/>
              </p14:nvContentPartPr>
              <p14:xfrm>
                <a:off x="7816964" y="2934379"/>
                <a:ext cx="128520" cy="3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D05D001-EC61-5372-8581-F2A87D1D6CF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810844" y="2928259"/>
                  <a:ext cx="1407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F4F948E-7858-3F13-7293-2021AB4CF4BE}"/>
                    </a:ext>
                  </a:extLst>
                </p14:cNvPr>
                <p14:cNvContentPartPr/>
                <p14:nvPr/>
              </p14:nvContentPartPr>
              <p14:xfrm>
                <a:off x="8080844" y="2949859"/>
                <a:ext cx="171360" cy="118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F4F948E-7858-3F13-7293-2021AB4CF4B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074724" y="2943739"/>
                  <a:ext cx="183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1C95D2D-4BDF-51DA-EEB3-3646E2E33AB7}"/>
                    </a:ext>
                  </a:extLst>
                </p14:cNvPr>
                <p14:cNvContentPartPr/>
                <p14:nvPr/>
              </p14:nvContentPartPr>
              <p14:xfrm>
                <a:off x="8076164" y="2810539"/>
                <a:ext cx="413280" cy="15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1C95D2D-4BDF-51DA-EEB3-3646E2E33AB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070044" y="2804419"/>
                  <a:ext cx="425520" cy="27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0345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643C47-5FC4-5672-32D6-D8C41C80A6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6819285"/>
              </p:ext>
            </p:extLst>
          </p:nvPr>
        </p:nvGraphicFramePr>
        <p:xfrm>
          <a:off x="780716" y="913062"/>
          <a:ext cx="8042444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0611">
                  <a:extLst>
                    <a:ext uri="{9D8B030D-6E8A-4147-A177-3AD203B41FA5}">
                      <a16:colId xmlns:a16="http://schemas.microsoft.com/office/drawing/2014/main" val="1878097257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820170039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2946969815"/>
                    </a:ext>
                  </a:extLst>
                </a:gridCol>
                <a:gridCol w="2010611">
                  <a:extLst>
                    <a:ext uri="{9D8B030D-6E8A-4147-A177-3AD203B41FA5}">
                      <a16:colId xmlns:a16="http://schemas.microsoft.com/office/drawing/2014/main" val="3498806278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Sugar Every 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Y_test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74671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2101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32111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49412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21508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27582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33398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DE86DCD-B6D2-4CA1-675D-B955CB0CB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68"/>
              </p:ext>
            </p:extLst>
          </p:nvPr>
        </p:nvGraphicFramePr>
        <p:xfrm>
          <a:off x="9400672" y="913062"/>
          <a:ext cx="1495125" cy="48896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5125">
                  <a:extLst>
                    <a:ext uri="{9D8B030D-6E8A-4147-A177-3AD203B41FA5}">
                      <a16:colId xmlns:a16="http://schemas.microsoft.com/office/drawing/2014/main" val="1165591573"/>
                    </a:ext>
                  </a:extLst>
                </a:gridCol>
              </a:tblGrid>
              <a:tr h="698519">
                <a:tc>
                  <a:txBody>
                    <a:bodyPr/>
                    <a:lstStyle/>
                    <a:p>
                      <a:r>
                        <a:rPr lang="en-US" dirty="0" err="1"/>
                        <a:t>Y_pred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837902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553244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Yes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018557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612110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431879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974960"/>
                  </a:ext>
                </a:extLst>
              </a:tr>
              <a:tr h="698519"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14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3678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3C6A-BD08-E695-548E-D4559B40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Defintions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EC35B-C9B8-6A7D-FBB5-08DF334DC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True Positives (TP): actually positive and predicted as positive </a:t>
            </a:r>
          </a:p>
          <a:p>
            <a:r>
              <a:rPr lang="en-US" dirty="0"/>
              <a:t>True Negative (TN): actually negative and predicted as negative </a:t>
            </a:r>
          </a:p>
          <a:p>
            <a:r>
              <a:rPr lang="en-US" dirty="0"/>
              <a:t>False Positive (FP): actually negative and predicted positive </a:t>
            </a:r>
          </a:p>
          <a:p>
            <a:r>
              <a:rPr lang="en-US" dirty="0"/>
              <a:t>False Negative (FN): actually positive and predicted negative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796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C8581E2-5F03-72D3-CAA2-E895AD022D32}"/>
                  </a:ext>
                </a:extLst>
              </p14:cNvPr>
              <p14:cNvContentPartPr/>
              <p14:nvPr/>
            </p14:nvContentPartPr>
            <p14:xfrm>
              <a:off x="3280149" y="1244539"/>
              <a:ext cx="39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C8581E2-5F03-72D3-CAA2-E895AD022D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4029" y="1238419"/>
                <a:ext cx="162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4C61B739-C7BD-312A-20F0-5D080A7610D8}"/>
              </a:ext>
            </a:extLst>
          </p:cNvPr>
          <p:cNvSpPr/>
          <p:nvPr/>
        </p:nvSpPr>
        <p:spPr>
          <a:xfrm>
            <a:off x="789271" y="691679"/>
            <a:ext cx="1511166" cy="52168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725C58-7F42-4F8F-9D09-D566278CD604}"/>
              </a:ext>
            </a:extLst>
          </p:cNvPr>
          <p:cNvSpPr/>
          <p:nvPr/>
        </p:nvSpPr>
        <p:spPr>
          <a:xfrm>
            <a:off x="2452838" y="691680"/>
            <a:ext cx="338487" cy="52147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7A9F15-C923-F956-34C6-686191DDC808}"/>
              </a:ext>
            </a:extLst>
          </p:cNvPr>
          <p:cNvSpPr/>
          <p:nvPr/>
        </p:nvSpPr>
        <p:spPr>
          <a:xfrm>
            <a:off x="3598246" y="691680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AE169-457B-0AEE-D5B4-A6D2767F7E9F}"/>
              </a:ext>
            </a:extLst>
          </p:cNvPr>
          <p:cNvSpPr/>
          <p:nvPr/>
        </p:nvSpPr>
        <p:spPr>
          <a:xfrm>
            <a:off x="3598246" y="4378154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3DBAB-BF36-9D12-774E-708497ACF2F9}"/>
              </a:ext>
            </a:extLst>
          </p:cNvPr>
          <p:cNvSpPr/>
          <p:nvPr/>
        </p:nvSpPr>
        <p:spPr>
          <a:xfrm>
            <a:off x="3598246" y="5174887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6FE8FC-EA95-B22C-2A23-74475101866B}"/>
              </a:ext>
            </a:extLst>
          </p:cNvPr>
          <p:cNvSpPr/>
          <p:nvPr/>
        </p:nvSpPr>
        <p:spPr>
          <a:xfrm>
            <a:off x="5040694" y="691680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7E66D9-5AFA-D99F-9D6E-FD92E9A4BA21}"/>
              </a:ext>
            </a:extLst>
          </p:cNvPr>
          <p:cNvSpPr/>
          <p:nvPr/>
        </p:nvSpPr>
        <p:spPr>
          <a:xfrm>
            <a:off x="5037750" y="4378154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CF4920-2B23-D4A7-C106-BB4390BCBA8E}"/>
              </a:ext>
            </a:extLst>
          </p:cNvPr>
          <p:cNvSpPr/>
          <p:nvPr/>
        </p:nvSpPr>
        <p:spPr>
          <a:xfrm>
            <a:off x="5069306" y="5170076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8A0BC6-6841-3304-AD88-F2AD565E5A01}"/>
              </a:ext>
            </a:extLst>
          </p:cNvPr>
          <p:cNvSpPr/>
          <p:nvPr/>
        </p:nvSpPr>
        <p:spPr>
          <a:xfrm>
            <a:off x="6236362" y="691679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r>
              <a:rPr lang="en-US" sz="1400" dirty="0"/>
              <a:t> (70%)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40EC9B2-8EF2-2068-31CF-BE9B209119C2}"/>
              </a:ext>
            </a:extLst>
          </p:cNvPr>
          <p:cNvSpPr/>
          <p:nvPr/>
        </p:nvSpPr>
        <p:spPr>
          <a:xfrm>
            <a:off x="6236362" y="4378153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r>
              <a:rPr lang="en-US" sz="1400" dirty="0"/>
              <a:t> (15%)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7DDA58-B7C3-8285-9890-72E9BE0567C8}"/>
              </a:ext>
            </a:extLst>
          </p:cNvPr>
          <p:cNvSpPr/>
          <p:nvPr/>
        </p:nvSpPr>
        <p:spPr>
          <a:xfrm>
            <a:off x="7678810" y="691679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0491A6-4003-303B-F7CA-27C24D5EECA0}"/>
              </a:ext>
            </a:extLst>
          </p:cNvPr>
          <p:cNvSpPr/>
          <p:nvPr/>
        </p:nvSpPr>
        <p:spPr>
          <a:xfrm>
            <a:off x="7675866" y="4378153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85106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82275-075E-9B43-4FEA-F95123D5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FF560CC-B9CF-4EA4-AAC4-5FF282703B0A}"/>
              </a:ext>
            </a:extLst>
          </p:cNvPr>
          <p:cNvSpPr/>
          <p:nvPr/>
        </p:nvSpPr>
        <p:spPr>
          <a:xfrm>
            <a:off x="940200" y="1100754"/>
            <a:ext cx="1384697" cy="36287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B23941-70BE-1CB6-1F5F-A51C85CE4E2A}"/>
              </a:ext>
            </a:extLst>
          </p:cNvPr>
          <p:cNvSpPr/>
          <p:nvPr/>
        </p:nvSpPr>
        <p:spPr>
          <a:xfrm>
            <a:off x="941673" y="4792040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8545D0-BD00-48DA-23EF-BABD6F204B9A}"/>
              </a:ext>
            </a:extLst>
          </p:cNvPr>
          <p:cNvSpPr/>
          <p:nvPr/>
        </p:nvSpPr>
        <p:spPr>
          <a:xfrm>
            <a:off x="12192000" y="5374368"/>
            <a:ext cx="1381753" cy="73152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X_test</a:t>
            </a:r>
            <a:r>
              <a:rPr lang="en-US" sz="1400" dirty="0"/>
              <a:t> (15%)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7404DB-AE26-26D8-6AF7-FA6605A1E017}"/>
              </a:ext>
            </a:extLst>
          </p:cNvPr>
          <p:cNvSpPr/>
          <p:nvPr/>
        </p:nvSpPr>
        <p:spPr>
          <a:xfrm>
            <a:off x="2384121" y="1105566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802853-E0F2-F615-7AD8-6EDE63570047}"/>
              </a:ext>
            </a:extLst>
          </p:cNvPr>
          <p:cNvSpPr/>
          <p:nvPr/>
        </p:nvSpPr>
        <p:spPr>
          <a:xfrm>
            <a:off x="2381177" y="4792040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4FE2CE-2302-B9E5-BC94-88A060758B62}"/>
              </a:ext>
            </a:extLst>
          </p:cNvPr>
          <p:cNvSpPr/>
          <p:nvPr/>
        </p:nvSpPr>
        <p:spPr>
          <a:xfrm>
            <a:off x="13663060" y="5369557"/>
            <a:ext cx="336884" cy="736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Y_test</a:t>
            </a: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7673D0-5171-A98D-D73E-4C4A08661383}"/>
              </a:ext>
            </a:extLst>
          </p:cNvPr>
          <p:cNvSpPr txBox="1"/>
          <p:nvPr/>
        </p:nvSpPr>
        <p:spPr>
          <a:xfrm>
            <a:off x="941673" y="529389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FD88F4-0499-F6C4-A257-158764363ED4}"/>
              </a:ext>
            </a:extLst>
          </p:cNvPr>
          <p:cNvSpPr/>
          <p:nvPr/>
        </p:nvSpPr>
        <p:spPr>
          <a:xfrm>
            <a:off x="3230881" y="1100755"/>
            <a:ext cx="1384697" cy="29284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3CC4FF-CB5D-51A5-D5B9-121B4CD3D8FD}"/>
              </a:ext>
            </a:extLst>
          </p:cNvPr>
          <p:cNvSpPr/>
          <p:nvPr/>
        </p:nvSpPr>
        <p:spPr>
          <a:xfrm>
            <a:off x="3227937" y="4029238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5D413A-37B4-6EA6-82E4-BFB13D62FCFA}"/>
              </a:ext>
            </a:extLst>
          </p:cNvPr>
          <p:cNvSpPr/>
          <p:nvPr/>
        </p:nvSpPr>
        <p:spPr>
          <a:xfrm>
            <a:off x="4673329" y="1100755"/>
            <a:ext cx="336884" cy="3628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CCE846-89A7-2558-8A5A-8543514AA007}"/>
              </a:ext>
            </a:extLst>
          </p:cNvPr>
          <p:cNvSpPr/>
          <p:nvPr/>
        </p:nvSpPr>
        <p:spPr>
          <a:xfrm>
            <a:off x="4682142" y="3993146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1E37D0-81D2-0589-8389-8672C2BEF40F}"/>
              </a:ext>
            </a:extLst>
          </p:cNvPr>
          <p:cNvSpPr txBox="1"/>
          <p:nvPr/>
        </p:nvSpPr>
        <p:spPr>
          <a:xfrm>
            <a:off x="3230881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577C8B-C9E1-89EB-1E7B-D9648CF0D33C}"/>
              </a:ext>
            </a:extLst>
          </p:cNvPr>
          <p:cNvSpPr/>
          <p:nvPr/>
        </p:nvSpPr>
        <p:spPr>
          <a:xfrm>
            <a:off x="3230881" y="4792040"/>
            <a:ext cx="1384697" cy="7315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FE6D4D-E3BF-940D-7E88-7363BD662D8F}"/>
              </a:ext>
            </a:extLst>
          </p:cNvPr>
          <p:cNvSpPr/>
          <p:nvPr/>
        </p:nvSpPr>
        <p:spPr>
          <a:xfrm>
            <a:off x="4673329" y="4792040"/>
            <a:ext cx="336884" cy="7315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F70A08-DF97-BA04-1277-52D8FF3D6FD2}"/>
              </a:ext>
            </a:extLst>
          </p:cNvPr>
          <p:cNvSpPr/>
          <p:nvPr/>
        </p:nvSpPr>
        <p:spPr>
          <a:xfrm>
            <a:off x="5520089" y="1100756"/>
            <a:ext cx="1384697" cy="219696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D87393-1362-1205-D725-FA09361DFDCB}"/>
              </a:ext>
            </a:extLst>
          </p:cNvPr>
          <p:cNvSpPr/>
          <p:nvPr/>
        </p:nvSpPr>
        <p:spPr>
          <a:xfrm>
            <a:off x="5528902" y="3297717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722AF1-1F44-FEA3-193E-09926B60F0BF}"/>
              </a:ext>
            </a:extLst>
          </p:cNvPr>
          <p:cNvSpPr/>
          <p:nvPr/>
        </p:nvSpPr>
        <p:spPr>
          <a:xfrm>
            <a:off x="6962537" y="1100756"/>
            <a:ext cx="336884" cy="2196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5482C1-44BE-F69D-C225-3F8FDC353207}"/>
              </a:ext>
            </a:extLst>
          </p:cNvPr>
          <p:cNvSpPr/>
          <p:nvPr/>
        </p:nvSpPr>
        <p:spPr>
          <a:xfrm>
            <a:off x="6962252" y="3297717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1F93E-BF53-12C4-19B6-E0CA971C842F}"/>
              </a:ext>
            </a:extLst>
          </p:cNvPr>
          <p:cNvSpPr txBox="1"/>
          <p:nvPr/>
        </p:nvSpPr>
        <p:spPr>
          <a:xfrm>
            <a:off x="5520089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6B47E7-00F6-7B77-EA2E-14448C3EF83E}"/>
              </a:ext>
            </a:extLst>
          </p:cNvPr>
          <p:cNvSpPr/>
          <p:nvPr/>
        </p:nvSpPr>
        <p:spPr>
          <a:xfrm>
            <a:off x="5520089" y="4029238"/>
            <a:ext cx="1384697" cy="14943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C3134F-7BF8-4512-00C8-FAA79831FBA2}"/>
              </a:ext>
            </a:extLst>
          </p:cNvPr>
          <p:cNvSpPr/>
          <p:nvPr/>
        </p:nvSpPr>
        <p:spPr>
          <a:xfrm>
            <a:off x="6962537" y="4029238"/>
            <a:ext cx="336884" cy="14943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0FFEE4-D929-3BE2-E8B6-2356A0FF285B}"/>
              </a:ext>
            </a:extLst>
          </p:cNvPr>
          <p:cNvSpPr/>
          <p:nvPr/>
        </p:nvSpPr>
        <p:spPr>
          <a:xfrm>
            <a:off x="7711441" y="1100756"/>
            <a:ext cx="1384697" cy="146303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09E72D-C7CF-69A8-4FFA-7EFD2C62FC22}"/>
              </a:ext>
            </a:extLst>
          </p:cNvPr>
          <p:cNvSpPr/>
          <p:nvPr/>
        </p:nvSpPr>
        <p:spPr>
          <a:xfrm>
            <a:off x="7711441" y="2563791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AB37C2-ADAD-F3E2-C17F-C6E774180D54}"/>
              </a:ext>
            </a:extLst>
          </p:cNvPr>
          <p:cNvSpPr/>
          <p:nvPr/>
        </p:nvSpPr>
        <p:spPr>
          <a:xfrm>
            <a:off x="9153889" y="1100756"/>
            <a:ext cx="336884" cy="14630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0E86D5-E6F4-3C70-93BA-DB4347EFB9E1}"/>
              </a:ext>
            </a:extLst>
          </p:cNvPr>
          <p:cNvSpPr/>
          <p:nvPr/>
        </p:nvSpPr>
        <p:spPr>
          <a:xfrm>
            <a:off x="9144791" y="2563791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107F72-6317-889B-70F9-DDA590AAF34C}"/>
              </a:ext>
            </a:extLst>
          </p:cNvPr>
          <p:cNvSpPr txBox="1"/>
          <p:nvPr/>
        </p:nvSpPr>
        <p:spPr>
          <a:xfrm>
            <a:off x="7711441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B54F709-B7DD-7F73-6006-3245B90DCFE7}"/>
              </a:ext>
            </a:extLst>
          </p:cNvPr>
          <p:cNvSpPr/>
          <p:nvPr/>
        </p:nvSpPr>
        <p:spPr>
          <a:xfrm>
            <a:off x="7711441" y="3295312"/>
            <a:ext cx="1384697" cy="22282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96035C5-1BBF-F463-CBA3-7F35666D39C3}"/>
              </a:ext>
            </a:extLst>
          </p:cNvPr>
          <p:cNvSpPr/>
          <p:nvPr/>
        </p:nvSpPr>
        <p:spPr>
          <a:xfrm>
            <a:off x="9153889" y="3295312"/>
            <a:ext cx="336884" cy="2228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DD4D475-782D-71B4-46B0-F34F32F93007}"/>
              </a:ext>
            </a:extLst>
          </p:cNvPr>
          <p:cNvSpPr/>
          <p:nvPr/>
        </p:nvSpPr>
        <p:spPr>
          <a:xfrm>
            <a:off x="9807879" y="1100755"/>
            <a:ext cx="1381753" cy="7315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X_valid</a:t>
            </a:r>
            <a:endParaRPr lang="en-US"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5374D9-0A28-9166-C1E2-5DF4D69BEA07}"/>
              </a:ext>
            </a:extLst>
          </p:cNvPr>
          <p:cNvSpPr/>
          <p:nvPr/>
        </p:nvSpPr>
        <p:spPr>
          <a:xfrm>
            <a:off x="11250327" y="1100755"/>
            <a:ext cx="336884" cy="73633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Y_valid</a:t>
            </a:r>
            <a:endParaRPr lang="en-US" sz="1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6341DC-4390-A685-F4C7-3EC6426519C1}"/>
              </a:ext>
            </a:extLst>
          </p:cNvPr>
          <p:cNvSpPr txBox="1"/>
          <p:nvPr/>
        </p:nvSpPr>
        <p:spPr>
          <a:xfrm>
            <a:off x="9807879" y="524578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Fold 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6C08DF-40A6-DE78-3EF7-D3F4763D4024}"/>
              </a:ext>
            </a:extLst>
          </p:cNvPr>
          <p:cNvSpPr/>
          <p:nvPr/>
        </p:nvSpPr>
        <p:spPr>
          <a:xfrm>
            <a:off x="9807879" y="1832276"/>
            <a:ext cx="1384697" cy="36912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X_train</a:t>
            </a:r>
            <a:endParaRPr lang="en-US" sz="14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CD7AA0-392B-8B23-E1D9-87FA4F9F01E4}"/>
              </a:ext>
            </a:extLst>
          </p:cNvPr>
          <p:cNvSpPr/>
          <p:nvPr/>
        </p:nvSpPr>
        <p:spPr>
          <a:xfrm>
            <a:off x="11250327" y="1832276"/>
            <a:ext cx="336884" cy="369128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 dirty="0" err="1"/>
              <a:t>Y_train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11F7D1-DFD0-DB99-419B-850027CFD3AF}"/>
              </a:ext>
            </a:extLst>
          </p:cNvPr>
          <p:cNvSpPr txBox="1"/>
          <p:nvPr/>
        </p:nvSpPr>
        <p:spPr>
          <a:xfrm>
            <a:off x="941673" y="5611254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78%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BF21F8-7D7C-AFF4-854A-3EC43FF527AD}"/>
              </a:ext>
            </a:extLst>
          </p:cNvPr>
          <p:cNvSpPr txBox="1"/>
          <p:nvPr/>
        </p:nvSpPr>
        <p:spPr>
          <a:xfrm>
            <a:off x="3230881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79%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EBBC5F-8E21-9ACA-7018-A9A800BAA689}"/>
              </a:ext>
            </a:extLst>
          </p:cNvPr>
          <p:cNvSpPr txBox="1"/>
          <p:nvPr/>
        </p:nvSpPr>
        <p:spPr>
          <a:xfrm>
            <a:off x="5520089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58%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3A5FE4-2345-7E61-BE38-186C5B67F424}"/>
              </a:ext>
            </a:extLst>
          </p:cNvPr>
          <p:cNvSpPr txBox="1"/>
          <p:nvPr/>
        </p:nvSpPr>
        <p:spPr>
          <a:xfrm>
            <a:off x="7711441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98%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1D02B9-9FD3-B9CE-9551-1F3EF665C49A}"/>
              </a:ext>
            </a:extLst>
          </p:cNvPr>
          <p:cNvSpPr txBox="1"/>
          <p:nvPr/>
        </p:nvSpPr>
        <p:spPr>
          <a:xfrm>
            <a:off x="9807879" y="5606443"/>
            <a:ext cx="1776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 = 78%</a:t>
            </a:r>
          </a:p>
        </p:txBody>
      </p:sp>
    </p:spTree>
    <p:extLst>
      <p:ext uri="{BB962C8B-B14F-4D97-AF65-F5344CB8AC3E}">
        <p14:creationId xmlns:p14="http://schemas.microsoft.com/office/powerpoint/2010/main" val="1959042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4553</TotalTime>
  <Words>480</Words>
  <Application>Microsoft Macintosh PowerPoint</Application>
  <PresentationFormat>Widescreen</PresentationFormat>
  <Paragraphs>210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 Charkhi</dc:creator>
  <cp:lastModifiedBy>Amir Charkhi</cp:lastModifiedBy>
  <cp:revision>6</cp:revision>
  <dcterms:created xsi:type="dcterms:W3CDTF">2025-10-30T08:35:37Z</dcterms:created>
  <dcterms:modified xsi:type="dcterms:W3CDTF">2025-11-07T00:27:04Z</dcterms:modified>
</cp:coreProperties>
</file>